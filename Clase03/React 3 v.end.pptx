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1"/>
  </p:notesMasterIdLst>
  <p:sldIdLst>
    <p:sldId id="256" r:id="rId3"/>
    <p:sldId id="274"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6858000" cy="9144000"/>
  <p:embeddedFontLst>
    <p:embeddedFont>
      <p:font typeface="DM Sans" panose="020B0604020202020204" charset="0"/>
      <p:regular r:id="rId22"/>
      <p:bold r:id="rId23"/>
      <p:italic r:id="rId24"/>
      <p:boldItalic r:id="rId25"/>
    </p:embeddedFont>
    <p:embeddedFont>
      <p:font typeface="Helvetica Neue" panose="020B0604020202020204" charset="0"/>
      <p:regular r:id="rId26"/>
      <p:bold r:id="rId27"/>
      <p:italic r:id="rId28"/>
      <p:boldItalic r:id="rId29"/>
    </p:embeddedFont>
    <p:embeddedFont>
      <p:font typeface="Helvetica Neue Light" panose="020B0604020202020204"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5.fntdata"/><Relationship Id="rId21" Type="http://schemas.openxmlformats.org/officeDocument/2006/relationships/notesMaster" Target="notesMasters/notesMaster1.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4.fntdata"/><Relationship Id="rId33" Type="http://schemas.openxmlformats.org/officeDocument/2006/relationships/font" Target="fonts/font12.fnt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10.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2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Children es una prop especial que tiene React para permitirnos componer elementos (React o HTML) dentro de otros componentes.</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Es ideal cuando:</a:t>
            </a:r>
            <a:endParaRPr sz="1350" b="1">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a:solidFill>
                  <a:schemeClr val="dk1"/>
                </a:solidFill>
                <a:latin typeface="DM Sans"/>
                <a:ea typeface="DM Sans"/>
                <a:cs typeface="DM Sans"/>
                <a:sym typeface="DM Sans"/>
              </a:rPr>
              <a:t>Necesitamos que un elemento quede dentro de otro, sin que sepan el uno del otro.</a:t>
            </a:r>
            <a:endParaRPr sz="135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a:solidFill>
                  <a:schemeClr val="dk1"/>
                </a:solidFill>
                <a:latin typeface="DM Sans"/>
                <a:ea typeface="DM Sans"/>
                <a:cs typeface="DM Sans"/>
                <a:sym typeface="DM Sans"/>
              </a:rPr>
              <a:t>Necesitamos implementar patrones más complejos.</a:t>
            </a:r>
            <a:endParaRPr sz="1350">
              <a:solidFill>
                <a:schemeClr val="dk1"/>
              </a:solidFill>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latin typeface="DM Sans"/>
                <a:ea typeface="DM Sans"/>
                <a:cs typeface="DM Sans"/>
                <a:sym typeface="DM Sans"/>
              </a:rPr>
              <a:t>El hook useRef se utiliza para crear una referencia mutable.</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419" sz="1350">
                <a:solidFill>
                  <a:schemeClr val="dk1"/>
                </a:solidFill>
                <a:latin typeface="DM Sans"/>
                <a:ea typeface="DM Sans"/>
                <a:cs typeface="DM Sans"/>
                <a:sym typeface="DM Sans"/>
              </a:rPr>
              <a:t>Este hook retorna un objeto con una propiedad current la cual apuntará a un valor y podremos mutar.</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223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useRef puede ser utilizado para mantener valores persistentes en el componente, lo que puede ser útil para realizar cálculos o para almacenar datos temporales que no deben ser expuestos al estado del componente.</a:t>
            </a:r>
            <a:endParaRPr sz="135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681600" y="13584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https://github.com/julioavantt/teacher_react_map</a:t>
            </a:r>
            <a:endParaRPr>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1239</Words>
  <Application>Microsoft Office PowerPoint</Application>
  <PresentationFormat>Presentación en pantalla (16:9)</PresentationFormat>
  <Paragraphs>109</Paragraphs>
  <Slides>18</Slides>
  <Notes>18</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18</vt:i4>
      </vt:variant>
    </vt:vector>
  </HeadingPairs>
  <TitlesOfParts>
    <vt:vector size="24" baseType="lpstr">
      <vt:lpstr>DM Sans</vt:lpstr>
      <vt:lpstr>Helvetica Neue</vt:lpstr>
      <vt:lpstr>Arial</vt:lpstr>
      <vt:lpstr>Helvetica Neue Light</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cp:revision>
  <dcterms:modified xsi:type="dcterms:W3CDTF">2025-09-21T15:36:53Z</dcterms:modified>
</cp:coreProperties>
</file>