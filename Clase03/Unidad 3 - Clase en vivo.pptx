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4"/>
  </p:sldMasterIdLst>
  <p:notesMasterIdLst>
    <p:notesMasterId r:id="rId5"/>
  </p:notesMasterIdLst>
  <p:sldIdLst>
    <p:sldId id="400" r:id="rId6"/>
    <p:sldId id="401" r:id="rId80"/>
    <p:sldId id="402" r:id="rId57"/>
    <p:sldId id="403" r:id="rId72"/>
    <p:sldId id="404" r:id="rId73"/>
    <p:sldId id="405" r:id="rId74"/>
    <p:sldId id="406" r:id="rId75"/>
    <p:sldId id="407" r:id="rId76"/>
    <p:sldId id="408" r:id="rId58"/>
    <p:sldId id="409" r:id="rId77"/>
    <p:sldId id="410" r:id="rId59"/>
    <p:sldId id="411" r:id="rId60"/>
    <p:sldId id="412" r:id="rId61"/>
    <p:sldId id="413" r:id="rId62"/>
    <p:sldId id="414" r:id="rId63"/>
    <p:sldId id="415" r:id="rId64"/>
    <p:sldId id="416" r:id="rId78"/>
    <p:sldId id="417" r:id="rId65"/>
    <p:sldId id="418" r:id="rId66"/>
    <p:sldId id="419" r:id="rId79"/>
  </p:sldIdLst>
  <p:sldSz cy="5143500" cx="9144000"/>
  <p:notesSz cx="6858000" cy="9144000"/>
  <p:embeddedFontLst>
    <p:embeddedFont>
      <p:font typeface="Plus Jakarta Sans ExtraBold"/>
      <p:bold r:id="rId47"/>
      <p:boldItalic r:id="rId48"/>
    </p:embeddedFont>
    <p:embeddedFont>
      <p:font typeface="Plus Jakarta Sans"/>
      <p:regular r:id="rId49"/>
      <p:bold r:id="rId50"/>
      <p:italic r:id="rId51"/>
      <p:boldItalic r:id="rId52"/>
    </p:embeddedFont>
    <p:embeddedFont>
      <p:font typeface="Plus Jakarta Sans Light"/>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48" Type="http://schemas.openxmlformats.org/officeDocument/2006/relationships/font" Target="fonts/PlusJakartaSansExtraBold-boldItalic.fntdata"/><Relationship Id="rId47" Type="http://schemas.openxmlformats.org/officeDocument/2006/relationships/font" Target="fonts/PlusJakartaSansExtraBold-bold.fntdata"/><Relationship Id="rId49" Type="http://schemas.openxmlformats.org/officeDocument/2006/relationships/font" Target="fonts/PlusJakartaSans-regular.fntdata"/><Relationship Id="rId5" Type="http://schemas.openxmlformats.org/officeDocument/2006/relationships/notesMaster" Target="notesMasters/notesMaster1.xml"/><Relationship Id="rId6" Type="http://schemas.openxmlformats.org/officeDocument/2006/relationships/slide" Target="slides/slide1.xml"/><Relationship Id="rId51" Type="http://schemas.openxmlformats.org/officeDocument/2006/relationships/font" Target="fonts/PlusJakartaSans-italic.fntdata"/><Relationship Id="rId50" Type="http://schemas.openxmlformats.org/officeDocument/2006/relationships/font" Target="fonts/PlusJakartaSans-bold.fntdata"/><Relationship Id="rId53" Type="http://schemas.openxmlformats.org/officeDocument/2006/relationships/font" Target="fonts/PlusJakartaSansLight-regular.fntdata"/><Relationship Id="rId52" Type="http://schemas.openxmlformats.org/officeDocument/2006/relationships/font" Target="fonts/PlusJakartaSans-boldItalic.fntdata"/><Relationship Id="rId55" Type="http://schemas.openxmlformats.org/officeDocument/2006/relationships/font" Target="fonts/PlusJakartaSansLight-italic.fntdata"/><Relationship Id="rId54" Type="http://schemas.openxmlformats.org/officeDocument/2006/relationships/font" Target="fonts/PlusJakartaSansLight-bold.fntdata"/><Relationship Id="rId56" Type="http://schemas.openxmlformats.org/officeDocument/2006/relationships/font" Target="fonts/PlusJakartaSansLight-boldItalic.fntdata"/><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52" name="Google Shape;52;p13" title="Group 1321318181.png"/>
          <p:cNvPicPr preferRelativeResize="0"/>
          <p:nvPr/>
        </p:nvPicPr>
        <p:blipFill>
          <a:blip r:embed="rId2">
            <a:alphaModFix/>
          </a:blip>
          <a:stretch>
            <a:fillRect/>
          </a:stretch>
        </p:blipFill>
        <p:spPr>
          <a:xfrm>
            <a:off x="0" y="2076162"/>
            <a:ext cx="9143997" cy="306733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53" name="Shape 53"/>
        <p:cNvGrpSpPr/>
        <p:nvPr/>
      </p:nvGrpSpPr>
      <p:grpSpPr>
        <a:xfrm>
          <a:off x="0" y="0"/>
          <a:ext cx="0" cy="0"/>
          <a:chOff x="0" y="0"/>
          <a:chExt cx="0" cy="0"/>
        </a:xfrm>
      </p:grpSpPr>
      <p:sp>
        <p:nvSpPr>
          <p:cNvPr id="54" name="Google Shape;5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55" name="Google Shape;55;p14"/>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Coderhouse</a:t>
            </a:r>
            <a:endParaRPr sz="500">
              <a:solidFill>
                <a:srgbClr val="222224"/>
              </a:solidFill>
              <a:latin typeface="Plus Jakarta Sans"/>
              <a:ea typeface="Plus Jakarta Sans"/>
              <a:cs typeface="Plus Jakarta Sans"/>
              <a:sym typeface="Plus Jakarta Sans"/>
            </a:endParaRPr>
          </a:p>
        </p:txBody>
      </p:sp>
      <p:sp>
        <p:nvSpPr>
          <p:cNvPr id="56" name="Google Shape;56;p14"/>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 xml:space="preserve">Internal </a:t>
            </a:r>
            <a:r>
              <a:rPr lang="es" sz="500">
                <a:solidFill>
                  <a:srgbClr val="222224"/>
                </a:solidFill>
                <a:latin typeface="Plus Jakarta Sans"/>
                <a:ea typeface="Plus Jakarta Sans"/>
                <a:cs typeface="Plus Jakarta Sans"/>
                <a:sym typeface="Plus Jakarta Sans"/>
              </a:rPr>
              <a:t xml:space="preserve"> Presentation</a:t>
            </a:r>
            <a:endParaRPr sz="500">
              <a:solidFill>
                <a:srgbClr val="222224"/>
              </a:solidFill>
              <a:latin typeface="Plus Jakarta Sans"/>
              <a:ea typeface="Plus Jakarta Sans"/>
              <a:cs typeface="Plus Jakarta Sans"/>
              <a:sym typeface="Plus Jakarta Sans"/>
            </a:endParaRPr>
          </a:p>
        </p:txBody>
      </p:sp>
      <p:sp>
        <p:nvSpPr>
          <p:cNvPr id="57" name="Google Shape;57;p14"/>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2026</a:t>
            </a:r>
            <a:endParaRPr sz="500">
              <a:solidFill>
                <a:srgbClr val="222224"/>
              </a:solidFill>
              <a:latin typeface="Plus Jakarta Sans"/>
              <a:ea typeface="Plus Jakarta Sans"/>
              <a:cs typeface="Plus Jakarta Sans"/>
              <a:sym typeface="Plus Jakarta Sans"/>
            </a:endParaRPr>
          </a:p>
        </p:txBody>
      </p:sp>
      <p:sp>
        <p:nvSpPr>
          <p:cNvPr id="58" name="Google Shape;58;p14"/>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rtl="0" algn="ctr">
              <a:lnSpc>
                <a:spcPct val="100000"/>
              </a:lnSpc>
              <a:spcBef>
                <a:spcPts val="0"/>
              </a:spcBef>
              <a:spcAft>
                <a:spcPts val="0"/>
              </a:spcAft>
              <a:buNone/>
            </a:pPr>
            <a:fld id="{00000000-1234-1234-1234-123412341234}" type="slidenum">
              <a:rPr lang="es" sz="500">
                <a:solidFill>
                  <a:srgbClr val="222224"/>
                </a:solidFill>
                <a:latin typeface="Plus Jakarta Sans"/>
                <a:ea typeface="Plus Jakarta Sans"/>
                <a:cs typeface="Plus Jakarta Sans"/>
                <a:sym typeface="Plus Jakarta Sans"/>
              </a:rPr>
              <a:t>‹#›</a:t>
            </a:fld>
            <a:endParaRPr sz="500">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59" name="Shape 59"/>
        <p:cNvGrpSpPr/>
        <p:nvPr/>
      </p:nvGrpSpPr>
      <p:grpSpPr>
        <a:xfrm>
          <a:off x="0" y="0"/>
          <a:ext cx="0" cy="0"/>
          <a:chOff x="0" y="0"/>
          <a:chExt cx="0" cy="0"/>
        </a:xfrm>
      </p:grpSpPr>
      <p:pic>
        <p:nvPicPr>
          <p:cNvPr id="60" name="Google Shape;60;p15" title="27800720-6c2b-4e33-a6ed-849e08f57757.png"/>
          <p:cNvPicPr preferRelativeResize="0"/>
          <p:nvPr/>
        </p:nvPicPr>
        <p:blipFill rotWithShape="1">
          <a:blip r:embed="rId2">
            <a:alphaModFix/>
          </a:blip>
          <a:srcRect b="53400" l="0" r="0" t="15047"/>
          <a:stretch/>
        </p:blipFill>
        <p:spPr>
          <a:xfrm>
            <a:off x="-45875" y="-37100"/>
            <a:ext cx="9235751" cy="5180600"/>
          </a:xfrm>
          <a:prstGeom prst="rect">
            <a:avLst/>
          </a:prstGeom>
          <a:noFill/>
          <a:ln>
            <a:noFill/>
          </a:ln>
        </p:spPr>
      </p:pic>
      <p:sp>
        <p:nvSpPr>
          <p:cNvPr id="61" name="Google Shape;61;p15"/>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Coderhouse</a:t>
            </a:r>
            <a:endParaRPr sz="500">
              <a:solidFill>
                <a:srgbClr val="F8F2E8"/>
              </a:solidFill>
              <a:latin typeface="Plus Jakarta Sans"/>
              <a:ea typeface="Plus Jakarta Sans"/>
              <a:cs typeface="Plus Jakarta Sans"/>
              <a:sym typeface="Plus Jakarta Sans"/>
            </a:endParaRPr>
          </a:p>
        </p:txBody>
      </p:sp>
      <p:sp>
        <p:nvSpPr>
          <p:cNvPr id="62" name="Google Shape;62;p15"/>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Internal  Presentation</a:t>
            </a:r>
            <a:endParaRPr sz="500">
              <a:solidFill>
                <a:srgbClr val="F8F2E8"/>
              </a:solidFill>
              <a:latin typeface="Plus Jakarta Sans"/>
              <a:ea typeface="Plus Jakarta Sans"/>
              <a:cs typeface="Plus Jakarta Sans"/>
              <a:sym typeface="Plus Jakarta Sans"/>
            </a:endParaRPr>
          </a:p>
        </p:txBody>
      </p:sp>
      <p:sp>
        <p:nvSpPr>
          <p:cNvPr id="63" name="Google Shape;63;p15"/>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2026</a:t>
            </a:r>
            <a:endParaRPr sz="500">
              <a:solidFill>
                <a:srgbClr val="F8F2E8"/>
              </a:solidFill>
              <a:latin typeface="Plus Jakarta Sans"/>
              <a:ea typeface="Plus Jakarta Sans"/>
              <a:cs typeface="Plus Jakarta Sans"/>
              <a:sym typeface="Plus Jakarta Sans"/>
            </a:endParaRPr>
          </a:p>
        </p:txBody>
      </p:sp>
      <p:sp>
        <p:nvSpPr>
          <p:cNvPr id="64" name="Google Shape;64;p15"/>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rtl="0" algn="ctr">
              <a:lnSpc>
                <a:spcPct val="100000"/>
              </a:lnSpc>
              <a:spcBef>
                <a:spcPts val="0"/>
              </a:spcBef>
              <a:spcAft>
                <a:spcPts val="0"/>
              </a:spcAft>
              <a:buNone/>
            </a:pPr>
            <a:fld id="{00000000-1234-1234-1234-123412341234}" type="slidenum">
              <a:rPr lang="es" sz="500">
                <a:solidFill>
                  <a:srgbClr val="F8F2E8"/>
                </a:solidFill>
                <a:latin typeface="Plus Jakarta Sans"/>
                <a:ea typeface="Plus Jakarta Sans"/>
                <a:cs typeface="Plus Jakarta Sans"/>
                <a:sym typeface="Plus Jakarta Sans"/>
              </a:rPr>
              <a:t>‹#›</a:t>
            </a:fld>
            <a:endParaRPr sz="500">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65" name="Shape 65"/>
        <p:cNvGrpSpPr/>
        <p:nvPr/>
      </p:nvGrpSpPr>
      <p:grpSpPr>
        <a:xfrm>
          <a:off x="0" y="0"/>
          <a:ext cx="0" cy="0"/>
          <a:chOff x="0" y="0"/>
          <a:chExt cx="0" cy="0"/>
        </a:xfrm>
      </p:grpSpPr>
      <p:pic>
        <p:nvPicPr>
          <p:cNvPr id="66" name="Google Shape;66;p16" title="pexels-dystopiasavagestudios-33048706 1.png"/>
          <p:cNvPicPr preferRelativeResize="0"/>
          <p:nvPr/>
        </p:nvPicPr>
        <p:blipFill rotWithShape="1">
          <a:blip r:embed="rId2">
            <a:alphaModFix/>
          </a:blip>
          <a:srcRect b="41729" l="0" r="0" t="13874"/>
          <a:stretch/>
        </p:blipFill>
        <p:spPr>
          <a:xfrm>
            <a:off x="-45875" y="-37100"/>
            <a:ext cx="9235753" cy="5180600"/>
          </a:xfrm>
          <a:prstGeom prst="rect">
            <a:avLst/>
          </a:prstGeom>
          <a:noFill/>
          <a:ln>
            <a:noFill/>
          </a:ln>
        </p:spPr>
      </p:pic>
      <p:sp>
        <p:nvSpPr>
          <p:cNvPr id="67" name="Google Shape;67;p16"/>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Coderhouse</a:t>
            </a:r>
            <a:endParaRPr sz="500">
              <a:solidFill>
                <a:srgbClr val="F8F2E8"/>
              </a:solidFill>
              <a:latin typeface="Plus Jakarta Sans"/>
              <a:ea typeface="Plus Jakarta Sans"/>
              <a:cs typeface="Plus Jakarta Sans"/>
              <a:sym typeface="Plus Jakarta Sans"/>
            </a:endParaRPr>
          </a:p>
        </p:txBody>
      </p:sp>
      <p:sp>
        <p:nvSpPr>
          <p:cNvPr id="68" name="Google Shape;68;p16"/>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Internal  Presentation</a:t>
            </a:r>
            <a:endParaRPr sz="500">
              <a:solidFill>
                <a:srgbClr val="F8F2E8"/>
              </a:solidFill>
              <a:latin typeface="Plus Jakarta Sans"/>
              <a:ea typeface="Plus Jakarta Sans"/>
              <a:cs typeface="Plus Jakarta Sans"/>
              <a:sym typeface="Plus Jakarta Sans"/>
            </a:endParaRPr>
          </a:p>
        </p:txBody>
      </p:sp>
      <p:sp>
        <p:nvSpPr>
          <p:cNvPr id="69" name="Google Shape;69;p16"/>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2026</a:t>
            </a:r>
            <a:endParaRPr sz="500">
              <a:solidFill>
                <a:srgbClr val="F8F2E8"/>
              </a:solidFill>
              <a:latin typeface="Plus Jakarta Sans"/>
              <a:ea typeface="Plus Jakarta Sans"/>
              <a:cs typeface="Plus Jakarta Sans"/>
              <a:sym typeface="Plus Jakarta Sans"/>
            </a:endParaRPr>
          </a:p>
        </p:txBody>
      </p:sp>
      <p:sp>
        <p:nvSpPr>
          <p:cNvPr id="70" name="Google Shape;70;p16"/>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rtl="0" algn="ctr">
              <a:lnSpc>
                <a:spcPct val="100000"/>
              </a:lnSpc>
              <a:spcBef>
                <a:spcPts val="0"/>
              </a:spcBef>
              <a:spcAft>
                <a:spcPts val="0"/>
              </a:spcAft>
              <a:buNone/>
            </a:pPr>
            <a:fld id="{00000000-1234-1234-1234-123412341234}" type="slidenum">
              <a:rPr lang="es" sz="500">
                <a:solidFill>
                  <a:srgbClr val="F8F2E8"/>
                </a:solidFill>
                <a:latin typeface="Plus Jakarta Sans"/>
                <a:ea typeface="Plus Jakarta Sans"/>
                <a:cs typeface="Plus Jakarta Sans"/>
                <a:sym typeface="Plus Jakarta Sans"/>
              </a:rPr>
              <a:t>‹#›</a:t>
            </a:fld>
            <a:endParaRPr sz="500">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71" name="Shape 71"/>
        <p:cNvGrpSpPr/>
        <p:nvPr/>
      </p:nvGrpSpPr>
      <p:grpSpPr>
        <a:xfrm>
          <a:off x="0" y="0"/>
          <a:ext cx="0" cy="0"/>
          <a:chOff x="0" y="0"/>
          <a:chExt cx="0" cy="0"/>
        </a:xfrm>
      </p:grpSpPr>
      <p:pic>
        <p:nvPicPr>
          <p:cNvPr id="72" name="Google Shape;72;p17" title="4d917f2d-7c08-49ef-b177-326a60a5c815.png"/>
          <p:cNvPicPr preferRelativeResize="0"/>
          <p:nvPr/>
        </p:nvPicPr>
        <p:blipFill rotWithShape="1">
          <a:blip r:embed="rId2">
            <a:alphaModFix/>
          </a:blip>
          <a:srcRect b="23542" l="0" r="0" t="34388"/>
          <a:stretch/>
        </p:blipFill>
        <p:spPr>
          <a:xfrm>
            <a:off x="-45875" y="-37100"/>
            <a:ext cx="9235753" cy="5180600"/>
          </a:xfrm>
          <a:prstGeom prst="rect">
            <a:avLst/>
          </a:prstGeom>
          <a:noFill/>
          <a:ln>
            <a:noFill/>
          </a:ln>
        </p:spPr>
      </p:pic>
      <p:sp>
        <p:nvSpPr>
          <p:cNvPr id="73" name="Google Shape;73;p17"/>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Coderhouse</a:t>
            </a:r>
            <a:endParaRPr sz="500">
              <a:solidFill>
                <a:srgbClr val="F8F2E8"/>
              </a:solidFill>
              <a:latin typeface="Plus Jakarta Sans"/>
              <a:ea typeface="Plus Jakarta Sans"/>
              <a:cs typeface="Plus Jakarta Sans"/>
              <a:sym typeface="Plus Jakarta Sans"/>
            </a:endParaRPr>
          </a:p>
        </p:txBody>
      </p:sp>
      <p:sp>
        <p:nvSpPr>
          <p:cNvPr id="74" name="Google Shape;74;p17"/>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Internal  Presentation</a:t>
            </a:r>
            <a:endParaRPr sz="500">
              <a:solidFill>
                <a:srgbClr val="F8F2E8"/>
              </a:solidFill>
              <a:latin typeface="Plus Jakarta Sans"/>
              <a:ea typeface="Plus Jakarta Sans"/>
              <a:cs typeface="Plus Jakarta Sans"/>
              <a:sym typeface="Plus Jakarta Sans"/>
            </a:endParaRPr>
          </a:p>
        </p:txBody>
      </p:sp>
      <p:sp>
        <p:nvSpPr>
          <p:cNvPr id="75" name="Google Shape;75;p17"/>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2026</a:t>
            </a:r>
            <a:endParaRPr sz="500">
              <a:solidFill>
                <a:srgbClr val="F8F2E8"/>
              </a:solidFill>
              <a:latin typeface="Plus Jakarta Sans"/>
              <a:ea typeface="Plus Jakarta Sans"/>
              <a:cs typeface="Plus Jakarta Sans"/>
              <a:sym typeface="Plus Jakarta Sans"/>
            </a:endParaRPr>
          </a:p>
        </p:txBody>
      </p:sp>
      <p:sp>
        <p:nvSpPr>
          <p:cNvPr id="76" name="Google Shape;76;p17"/>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rtl="0" algn="ctr">
              <a:lnSpc>
                <a:spcPct val="100000"/>
              </a:lnSpc>
              <a:spcBef>
                <a:spcPts val="0"/>
              </a:spcBef>
              <a:spcAft>
                <a:spcPts val="0"/>
              </a:spcAft>
              <a:buNone/>
            </a:pPr>
            <a:fld id="{00000000-1234-1234-1234-123412341234}" type="slidenum">
              <a:rPr lang="es" sz="500">
                <a:solidFill>
                  <a:srgbClr val="F8F2E8"/>
                </a:solidFill>
                <a:latin typeface="Plus Jakarta Sans"/>
                <a:ea typeface="Plus Jakarta Sans"/>
                <a:cs typeface="Plus Jakarta Sans"/>
                <a:sym typeface="Plus Jakarta Sans"/>
              </a:rPr>
              <a:t>‹#›</a:t>
            </a:fld>
            <a:endParaRPr sz="500">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77" name="Shape 77"/>
        <p:cNvGrpSpPr/>
        <p:nvPr/>
      </p:nvGrpSpPr>
      <p:grpSpPr>
        <a:xfrm>
          <a:off x="0" y="0"/>
          <a:ext cx="0" cy="0"/>
          <a:chOff x="0" y="0"/>
          <a:chExt cx="0" cy="0"/>
        </a:xfrm>
      </p:grpSpPr>
      <p:sp>
        <p:nvSpPr>
          <p:cNvPr id="78" name="Google Shape;7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79" name="Shape 79"/>
        <p:cNvGrpSpPr/>
        <p:nvPr/>
      </p:nvGrpSpPr>
      <p:grpSpPr>
        <a:xfrm>
          <a:off x="0" y="0"/>
          <a:ext cx="0" cy="0"/>
          <a:chOff x="0" y="0"/>
          <a:chExt cx="0" cy="0"/>
        </a:xfrm>
      </p:grpSpPr>
      <p:sp>
        <p:nvSpPr>
          <p:cNvPr id="80" name="Google Shape;8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81" name="Shape 81"/>
        <p:cNvGrpSpPr/>
        <p:nvPr/>
      </p:nvGrpSpPr>
      <p:grpSpPr>
        <a:xfrm>
          <a:off x="0" y="0"/>
          <a:ext cx="0" cy="0"/>
          <a:chOff x="0" y="0"/>
          <a:chExt cx="0" cy="0"/>
        </a:xfrm>
      </p:grpSpPr>
      <p:sp>
        <p:nvSpPr>
          <p:cNvPr id="82" name="Google Shape;8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83" name="Shape 83"/>
        <p:cNvGrpSpPr/>
        <p:nvPr/>
      </p:nvGrpSpPr>
      <p:grpSpPr>
        <a:xfrm>
          <a:off x="0" y="0"/>
          <a:ext cx="0" cy="0"/>
          <a:chOff x="0" y="0"/>
          <a:chExt cx="0" cy="0"/>
        </a:xfrm>
      </p:grpSpPr>
      <p:sp>
        <p:nvSpPr>
          <p:cNvPr id="84" name="Google Shape;8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85" name="Shape 85"/>
        <p:cNvGrpSpPr/>
        <p:nvPr/>
      </p:nvGrpSpPr>
      <p:grpSpPr>
        <a:xfrm>
          <a:off x="0" y="0"/>
          <a:ext cx="0" cy="0"/>
          <a:chOff x="0" y="0"/>
          <a:chExt cx="0" cy="0"/>
        </a:xfrm>
      </p:grpSpPr>
      <p:pic>
        <p:nvPicPr>
          <p:cNvPr id="86" name="Google Shape;86;p22" title="Coder Facebook (6).png"/>
          <p:cNvPicPr preferRelativeResize="0"/>
          <p:nvPr/>
        </p:nvPicPr>
        <p:blipFill>
          <a:blip r:embed="rId2">
            <a:alphaModFix/>
          </a:blip>
          <a:stretch>
            <a:fillRect/>
          </a:stretch>
        </p:blipFill>
        <p:spPr>
          <a:xfrm>
            <a:off x="-111725" y="0"/>
            <a:ext cx="9255725" cy="5206351"/>
          </a:xfrm>
          <a:prstGeom prst="rect">
            <a:avLst/>
          </a:prstGeom>
          <a:noFill/>
          <a:ln>
            <a:noFill/>
          </a:ln>
        </p:spPr>
      </p:pic>
    </p:spTree>
  </p:cSld>
  <p:clrMapOvr>
    <a:masterClrMapping/>
  </p:clrMapOvr>
</p:sldLayout>
</file>

<file path=ppt/slideMasters/_rels/slideMaster1.xml.rels><?xml version="1.0" encoding="UTF-8"?><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42.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Relationships xmlns="http://schemas.openxmlformats.org/package/2006/relationships"><Relationship Id="rId1" Type="http://schemas.openxmlformats.org/officeDocument/2006/relationships/slideLayout" Target="../slideLayouts/slideLayout20.xml"/><Relationship Id="rId3" Type="http://schemas.openxmlformats.org/officeDocument/2006/relationships/image" Target="../media/image29.png"/></Relationships>
</file>

<file path=ppt/slides/_rels/slide64.xml.rels><?xml version="1.0" encoding="UTF-8"?><Relationships xmlns="http://schemas.openxmlformats.org/package/2006/relationships"><Relationship Id="rId1" Type="http://schemas.openxmlformats.org/officeDocument/2006/relationships/slideLayout" Target="../slideLayouts/slideLayout18.xml"/><Relationship Id="rId3" Type="http://schemas.openxmlformats.org/officeDocument/2006/relationships/image" Target="../media/image30.png"/></Relationships>
</file>

<file path=ppt/slides/_rels/slide65.xml.rels><?xml version="1.0" encoding="UTF-8"?><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3"/>
          <p:cNvSpPr txBox="1"/>
          <p:nvPr/>
        </p:nvSpPr>
        <p:spPr>
          <a:xfrm>
            <a:off x="1340550" y="1539125"/>
            <a:ext cx="6462900" cy="138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9600">
                <a:solidFill>
                  <a:srgbClr val="F8F2E8"/>
                </a:solidFill>
                <a:latin typeface="Plus Jakarta Sans ExtraBold"/>
                <a:ea typeface="Plus Jakarta Sans ExtraBold"/>
                <a:cs typeface="Plus Jakarta Sans ExtraBold"/>
                <a:sym typeface="Plus Jakarta Sans ExtraBold"/>
              </a:rPr>
              <a:t>React Flex</a:t>
            </a:r>
            <a:endParaRPr sz="9600">
              <a:solidFill>
                <a:srgbClr val="F8F2E8"/>
              </a:solidFill>
              <a:latin typeface="Plus Jakarta Sans ExtraBold"/>
              <a:ea typeface="Plus Jakarta Sans ExtraBold"/>
              <a:cs typeface="Plus Jakarta Sans ExtraBold"/>
              <a:sym typeface="Plus Jakarta Sans ExtraBold"/>
            </a:endParaRPr>
          </a:p>
        </p:txBody>
      </p:sp>
      <p:sp>
        <p:nvSpPr>
          <p:cNvPr id="92" name="Google Shape;92;p23"/>
          <p:cNvSpPr txBox="1"/>
          <p:nvPr/>
        </p:nvSpPr>
        <p:spPr>
          <a:xfrm>
            <a:off x="1340550" y="1338150"/>
            <a:ext cx="6462900" cy="31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000">
                <a:solidFill>
                  <a:srgbClr val="F8F2E8"/>
                </a:solidFill>
                <a:latin typeface="Plus Jakarta Sans Light"/>
                <a:ea typeface="Plus Jakarta Sans Light"/>
                <a:cs typeface="Plus Jakarta Sans Light"/>
                <a:sym typeface="Plus Jakarta Sans Light"/>
              </a:rPr>
              <a:t>Clase 3 — Curso dictado por Arturo Grottoli</a:t>
            </a:r>
            <a:endParaRPr sz="1000">
              <a:solidFill>
                <a:srgbClr val="F8F2E8"/>
              </a:solidFill>
              <a:latin typeface="Plus Jakarta Sans Light"/>
              <a:ea typeface="Plus Jakarta Sans Light"/>
              <a:cs typeface="Plus Jakarta Sans Light"/>
              <a:sym typeface="Plus Jakarta Sans Light"/>
            </a:endParaRPr>
          </a:p>
        </p:txBody>
      </p:sp>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94" name="Google Shape;94;p23"/>
          <p:cNvSpPr txBox="1"/>
          <p:nvPr/>
        </p:nvSpPr>
        <p:spPr>
          <a:xfrm>
            <a:off x="1373325" y="3219550"/>
            <a:ext cx="6462900" cy="31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000">
                <a:solidFill>
                  <a:srgbClr val="F8F2E8"/>
                </a:solidFill>
                <a:latin typeface="Plus Jakarta Sans Light"/>
                <a:ea typeface="Plus Jakarta Sans Light"/>
                <a:cs typeface="Plus Jakarta Sans Light"/>
                <a:sym typeface="Plus Jakarta Sans Light"/>
              </a:rPr>
              <a:t>Esta guía contiene los lineamientos básicos</a:t>
            </a:r>
            <a:endParaRPr sz="1000">
              <a:solidFill>
                <a:srgbClr val="F8F2E8"/>
              </a:solidFill>
              <a:latin typeface="Plus Jakarta Sans Light"/>
              <a:ea typeface="Plus Jakarta Sans Light"/>
              <a:cs typeface="Plus Jakarta Sans Light"/>
              <a:sym typeface="Plus Jakarta Sans Light"/>
            </a:endParaRPr>
          </a:p>
          <a:p>
            <a:pPr indent="0" lvl="0" marL="0" rtl="0" algn="ctr">
              <a:spcBef>
                <a:spcPts val="0"/>
              </a:spcBef>
              <a:spcAft>
                <a:spcPts val="0"/>
              </a:spcAft>
              <a:buNone/>
            </a:pPr>
            <a:r>
              <a:rPr lang="es" sz="1000">
                <a:solidFill>
                  <a:srgbClr val="F8F2E8"/>
                </a:solidFill>
                <a:latin typeface="Plus Jakarta Sans Light"/>
                <a:ea typeface="Plus Jakarta Sans Light"/>
                <a:cs typeface="Plus Jakarta Sans Light"/>
                <a:sym typeface="Plus Jakarta Sans Light"/>
              </a:rPr>
              <a:t>que orientan el uso de las slides en la creación del material de clase.</a:t>
            </a:r>
            <a:endParaRPr sz="1000">
              <a:solidFill>
                <a:srgbClr val="F8F2E8"/>
              </a:solidFill>
              <a:latin typeface="Plus Jakarta Sans Light"/>
              <a:ea typeface="Plus Jakarta Sans Light"/>
              <a:cs typeface="Plus Jakarta Sans Light"/>
              <a:sym typeface="Plus Jakarta Sans Ligh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1. Montaje: primera vez que el componente se genera e incluye en el DOM.
2. Actualización: el componente ya generado se actualiza por un cambio de estado.
3. Desmontaje: el componente se elimina del DOM.
El componente contenedor puede montar o desmontar a su hijo. El componente específico puede cambiar todas las veces que quiera hasta que sea destruido.</a:t>
            </a:r>
            <a:endParaRPr sz="120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FF632B"/>
                </a:solidFill>
                <a:latin typeface="Plus Jakarta Sans ExtraBold"/>
                <a:ea typeface="Plus Jakarta Sans ExtraBold"/>
                <a:cs typeface="Plus Jakarta Sans ExtraBold"/>
                <a:sym typeface="Plus Jakarta Sans ExtraBold"/>
              </a:rPr>
              <a:t>Ciclos de vida de un componente</a:t>
            </a:r>
            <a:endParaRPr sz="4800">
              <a:solidFill>
                <a:srgbClr val="FF632B"/>
              </a:solidFill>
              <a:latin typeface="Plus Jakarta Sans ExtraBold"/>
              <a:ea typeface="Plus Jakarta Sans ExtraBold"/>
              <a:cs typeface="Plus Jakarta Sans ExtraBold"/>
              <a:sym typeface="Plus Jakarta Sans ExtraBold"/>
            </a:endParaRPr>
          </a:p>
        </p:txBody>
      </p:sp>
      <p:sp>
        <p:nvSpPr>
          <p:cNvPr id="243" name="Google Shape;243;p3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latin typeface="Plus Jakarta Sans"/>
                <a:ea typeface="Plus Jakarta Sans"/>
                <a:cs typeface="Plus Jakarta Sans"/>
                <a:sym typeface="Plus Jakarta Sans"/>
              </a:rPr>
              <a:t>El ciclo de vida son los estados por los que pasa un componente.</a:t>
            </a:r>
            <a:endParaRPr sz="2500">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Cuando se produce un cambio de estado local, React ejecuta un nuevo proceso de renderizado para ese componente y, de manera recursiva, para todos sus componentes hijos.
Durante este proceso React ejecuta de nuevo las funciones de los componentes para generar el nuevo árbol de elementos de la interfaz de usuario.</a:t>
            </a:r>
            <a:endParaRPr sz="120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FF632B"/>
                </a:solidFill>
                <a:latin typeface="Plus Jakarta Sans ExtraBold"/>
                <a:ea typeface="Plus Jakarta Sans ExtraBold"/>
                <a:cs typeface="Plus Jakarta Sans ExtraBold"/>
                <a:sym typeface="Plus Jakarta Sans ExtraBold"/>
              </a:rPr>
              <a:t>Render y efectos</a:t>
            </a:r>
            <a:endParaRPr sz="4800">
              <a:solidFill>
                <a:srgbClr val="FF632B"/>
              </a:solidFill>
              <a:latin typeface="Plus Jakarta Sans ExtraBold"/>
              <a:ea typeface="Plus Jakarta Sans ExtraBold"/>
              <a:cs typeface="Plus Jakarta Sans ExtraBold"/>
              <a:sym typeface="Plus Jakarta Sans ExtraBold"/>
            </a:endParaRPr>
          </a:p>
        </p:txBody>
      </p:sp>
      <p:sp>
        <p:nvSpPr>
          <p:cNvPr id="243" name="Google Shape;243;p3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latin typeface="Plus Jakarta Sans"/>
                <a:ea typeface="Plus Jakarta Sans"/>
                <a:cs typeface="Plus Jakarta Sans"/>
                <a:sym typeface="Plus Jakarta Sans"/>
              </a:rPr>
              <a:t>El funcionamiento de React está ligado al cambio de estados.</a:t>
            </a:r>
            <a:endParaRPr sz="2500">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Dentro de los componentes podemos tener funciones para realizar diferentes tareas, como una llamada a una API para obtener datos.
Si en cada render se ejecuta esta llamada, un cambio de estado está provocando efectos secundarios y no controlarlos puede traernos problemas.
¿Cómo los controlamos?
Repo: https://github.com/julioavantt/teacher_side_effects</a:t>
            </a:r>
            <a:endParaRPr sz="120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FF632B"/>
                </a:solidFill>
                <a:latin typeface="Plus Jakarta Sans ExtraBold"/>
                <a:ea typeface="Plus Jakarta Sans ExtraBold"/>
                <a:cs typeface="Plus Jakarta Sans ExtraBold"/>
                <a:sym typeface="Plus Jakarta Sans ExtraBold"/>
              </a:rPr>
              <a:t>Efectos secundarios</a:t>
            </a:r>
            <a:endParaRPr sz="4800">
              <a:solidFill>
                <a:srgbClr val="FF632B"/>
              </a:solidFill>
              <a:latin typeface="Plus Jakarta Sans ExtraBold"/>
              <a:ea typeface="Plus Jakarta Sans ExtraBold"/>
              <a:cs typeface="Plus Jakarta Sans ExtraBold"/>
              <a:sym typeface="Plus Jakarta Sans ExtraBold"/>
            </a:endParaRPr>
          </a:p>
        </p:txBody>
      </p:sp>
      <p:sp>
        <p:nvSpPr>
          <p:cNvPr id="243" name="Google Shape;243;p3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latin typeface="Plus Jakarta Sans"/>
                <a:ea typeface="Plus Jakarta Sans"/>
                <a:cs typeface="Plus Jakarta Sans"/>
                <a:sym typeface="Plus Jakarta Sans"/>
              </a:rPr>
              <a:t>Funciones que provocan efectos no controlados.</a:t>
            </a:r>
            <a:endParaRPr sz="2500">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useEffect nos permite controlar efectos secundarios. Es utilizado para sincronizar un componente con un sistema externo.
Recibe dos argumentos:
- El primero es una función callback con las acciones a ejecutar (el efecto secundario).
- El segundo es un array de dependencias, donde se indica qué estados deben cambiar para que se vuelva a ejecutar la función. Es opcional.
Repo: https://github.com/julioavantt/teacher_coder_useeffect.git</a:t>
            </a:r>
            <a:endParaRPr sz="120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FF632B"/>
                </a:solidFill>
                <a:latin typeface="Plus Jakarta Sans ExtraBold"/>
                <a:ea typeface="Plus Jakarta Sans ExtraBold"/>
                <a:cs typeface="Plus Jakarta Sans ExtraBold"/>
                <a:sym typeface="Plus Jakarta Sans ExtraBold"/>
              </a:rPr>
              <a:t>useEffect</a:t>
            </a:r>
            <a:endParaRPr sz="4800">
              <a:solidFill>
                <a:srgbClr val="FF632B"/>
              </a:solidFill>
              <a:latin typeface="Plus Jakarta Sans ExtraBold"/>
              <a:ea typeface="Plus Jakarta Sans ExtraBold"/>
              <a:cs typeface="Plus Jakarta Sans ExtraBold"/>
              <a:sym typeface="Plus Jakarta Sans ExtraBold"/>
            </a:endParaRPr>
          </a:p>
        </p:txBody>
      </p:sp>
      <p:sp>
        <p:nvSpPr>
          <p:cNvPr id="243" name="Google Shape;243;p3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latin typeface="Plus Jakarta Sans"/>
                <a:ea typeface="Plus Jakarta Sans"/>
                <a:cs typeface="Plus Jakarta Sans"/>
                <a:sym typeface="Plus Jakarta Sans"/>
              </a:rPr>
              <a:t>Controla efectos secundarios provocados por cambios de estado.</a:t>
            </a:r>
            <a:endParaRPr sz="2500">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useEffect(fn)          // Con todos los estados
useEffect(fn, [])       // Con ningún estado
useEffect(fn, [estadoA]) // Solo con estadoA
useEffect se ejecuta siempre después del renderizado y por lo menos una vez al montar el componente.</a:t>
            </a:r>
            <a:endParaRPr sz="120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FF632B"/>
                </a:solidFill>
                <a:latin typeface="Plus Jakarta Sans ExtraBold"/>
                <a:ea typeface="Plus Jakarta Sans ExtraBold"/>
                <a:cs typeface="Plus Jakarta Sans ExtraBold"/>
                <a:sym typeface="Plus Jakarta Sans ExtraBold"/>
              </a:rPr>
              <a:t>useEffect: Sincronización</a:t>
            </a:r>
            <a:endParaRPr sz="4800">
              <a:solidFill>
                <a:srgbClr val="FF632B"/>
              </a:solidFill>
              <a:latin typeface="Plus Jakarta Sans ExtraBold"/>
              <a:ea typeface="Plus Jakarta Sans ExtraBold"/>
              <a:cs typeface="Plus Jakarta Sans ExtraBold"/>
              <a:sym typeface="Plus Jakarta Sans ExtraBold"/>
            </a:endParaRPr>
          </a:p>
        </p:txBody>
      </p:sp>
      <p:sp>
        <p:nvSpPr>
          <p:cNvPr id="243" name="Google Shape;243;p3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latin typeface="Plus Jakarta Sans"/>
                <a:ea typeface="Plus Jakarta Sans"/>
                <a:cs typeface="Plus Jakarta Sans"/>
                <a:sym typeface="Plus Jakarta Sans"/>
              </a:rPr>
              <a:t>¿Con qué estados debo sincronizar este efecto?</a:t>
            </a:r>
            <a:endParaRPr sz="2500">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En la función callback podemos retornar una función de limpieza que se ejecutará tantas veces como se haya ejecutado la función que la retorna.
La función de limpieza se usa cuando interactuamos con eventos del DOM o funciones como setInterval.
El proceso es simétrico: Acción =&gt; Limpieza =&gt; Acción =&gt; Limpieza</a:t>
            </a:r>
            <a:endParaRPr sz="120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FF632B"/>
                </a:solidFill>
                <a:latin typeface="Plus Jakarta Sans ExtraBold"/>
                <a:ea typeface="Plus Jakarta Sans ExtraBold"/>
                <a:cs typeface="Plus Jakarta Sans ExtraBold"/>
                <a:sym typeface="Plus Jakarta Sans ExtraBold"/>
              </a:rPr>
              <a:t>useEffect: clean up</a:t>
            </a:r>
            <a:endParaRPr sz="4800">
              <a:solidFill>
                <a:srgbClr val="FF632B"/>
              </a:solidFill>
              <a:latin typeface="Plus Jakarta Sans ExtraBold"/>
              <a:ea typeface="Plus Jakarta Sans ExtraBold"/>
              <a:cs typeface="Plus Jakarta Sans ExtraBold"/>
              <a:sym typeface="Plus Jakarta Sans ExtraBold"/>
            </a:endParaRPr>
          </a:p>
        </p:txBody>
      </p:sp>
      <p:sp>
        <p:nvSpPr>
          <p:cNvPr id="243" name="Google Shape;243;p3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latin typeface="Plus Jakarta Sans"/>
                <a:ea typeface="Plus Jakarta Sans"/>
                <a:cs typeface="Plus Jakarta Sans"/>
                <a:sym typeface="Plus Jakarta Sans"/>
              </a:rPr>
              <a:t>Función de limpieza que se ejecuta de forma simétrica.</a:t>
            </a:r>
            <a:endParaRPr sz="2500">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Dado que la función se ejecuta al menos una vez al montar, la función que retorna se ejecuta al desmontar.
Si tiene dependencias, la limpieza se ejecutará antes de volver a ejecutar el efecto frente a un cambio.
Acción =&gt; Limpieza =&gt; Acción =&gt; Limpieza
*El modo estricto de React ejecuta dos veces la función del primer argumento, por eso podés ver dos veces el mismo console.log.</a:t>
            </a:r>
            <a:endParaRPr sz="120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FF632B"/>
                </a:solidFill>
                <a:latin typeface="Plus Jakarta Sans ExtraBold"/>
                <a:ea typeface="Plus Jakarta Sans ExtraBold"/>
                <a:cs typeface="Plus Jakarta Sans ExtraBold"/>
                <a:sym typeface="Plus Jakarta Sans ExtraBold"/>
              </a:rPr>
              <a:t>useEffect</a:t>
            </a:r>
            <a:endParaRPr sz="4800">
              <a:solidFill>
                <a:srgbClr val="FF632B"/>
              </a:solidFill>
              <a:latin typeface="Plus Jakarta Sans ExtraBold"/>
              <a:ea typeface="Plus Jakarta Sans ExtraBold"/>
              <a:cs typeface="Plus Jakarta Sans ExtraBold"/>
              <a:sym typeface="Plus Jakarta Sans ExtraBold"/>
            </a:endParaRPr>
          </a:p>
        </p:txBody>
      </p:sp>
      <p:sp>
        <p:nvSpPr>
          <p:cNvPr id="243" name="Google Shape;243;p3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latin typeface="Plus Jakarta Sans"/>
                <a:ea typeface="Plus Jakarta Sans"/>
                <a:cs typeface="Plus Jakarta Sans"/>
                <a:sym typeface="Plus Jakarta Sans"/>
              </a:rPr>
              <a:t>Comportamiento en modo estricto.</a:t>
            </a:r>
            <a:endParaRPr sz="2500">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Como podemos utilizar todos los useEffect que deseemos, es conveniente separar responsabilidades.
Cada useEffect debe encargarse de un solo efecto y su limpieza correspondiente.</a:t>
            </a:r>
            <a:endParaRPr sz="120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FF632B"/>
                </a:solidFill>
                <a:latin typeface="Plus Jakarta Sans ExtraBold"/>
                <a:ea typeface="Plus Jakarta Sans ExtraBold"/>
                <a:cs typeface="Plus Jakarta Sans ExtraBold"/>
                <a:sym typeface="Plus Jakarta Sans ExtraBold"/>
              </a:rPr>
              <a:t>useEffect</a:t>
            </a:r>
            <a:endParaRPr sz="4800">
              <a:solidFill>
                <a:srgbClr val="FF632B"/>
              </a:solidFill>
              <a:latin typeface="Plus Jakarta Sans ExtraBold"/>
              <a:ea typeface="Plus Jakarta Sans ExtraBold"/>
              <a:cs typeface="Plus Jakarta Sans ExtraBold"/>
              <a:sym typeface="Plus Jakarta Sans ExtraBold"/>
            </a:endParaRPr>
          </a:p>
        </p:txBody>
      </p:sp>
      <p:sp>
        <p:nvSpPr>
          <p:cNvPr id="243" name="Google Shape;243;p3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latin typeface="Plus Jakarta Sans"/>
                <a:ea typeface="Plus Jakarta Sans"/>
                <a:cs typeface="Plus Jakarta Sans"/>
                <a:sym typeface="Plus Jakarta Sans"/>
              </a:rPr>
              <a:t>Podemos usar múltiples useEffect en un mismo componente.</a:t>
            </a:r>
            <a:endParaRPr sz="2500">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El método map() nos permite generar un nuevo array aplicando modificaciones a cada índice, usando una función callback.
!important: Si el array inicial tiene 5 elementos, map() creará un nuevo array de 5 elementos sin afectar al array original.
Repos:
https://github.com/julioavantt/teacher_js_map
https://github.com/julioavantt/teacher_react_map</a:t>
            </a:r>
            <a:endParaRPr sz="120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FF632B"/>
                </a:solidFill>
                <a:latin typeface="Plus Jakarta Sans ExtraBold"/>
                <a:ea typeface="Plus Jakarta Sans ExtraBold"/>
                <a:cs typeface="Plus Jakarta Sans ExtraBold"/>
                <a:sym typeface="Plus Jakarta Sans ExtraBold"/>
              </a:rPr>
              <a:t>.map()</a:t>
            </a:r>
            <a:endParaRPr sz="4800">
              <a:solidFill>
                <a:srgbClr val="FF632B"/>
              </a:solidFill>
              <a:latin typeface="Plus Jakarta Sans ExtraBold"/>
              <a:ea typeface="Plus Jakarta Sans ExtraBold"/>
              <a:cs typeface="Plus Jakarta Sans ExtraBold"/>
              <a:sym typeface="Plus Jakarta Sans ExtraBold"/>
            </a:endParaRPr>
          </a:p>
        </p:txBody>
      </p:sp>
      <p:sp>
        <p:nvSpPr>
          <p:cNvPr id="243" name="Google Shape;243;p3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latin typeface="Plus Jakarta Sans"/>
                <a:ea typeface="Plus Jakarta Sans"/>
                <a:cs typeface="Plus Jakarta Sans"/>
                <a:sym typeface="Plus Jakarta Sans"/>
              </a:rPr>
              <a:t>Método de Arrays para generar nuevos arrays.</a:t>
            </a:r>
            <a:endParaRPr sz="2500">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El método .map() es la forma estándar en React para renderizar listas de elementos dinámicamente a partir de un array.
Cada elemento renderizado debe tener una prop key única para que React pueda identificarlo y optimizar las actualizaciones del DOM virtual.</a:t>
            </a:r>
            <a:endParaRPr sz="120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FF632B"/>
                </a:solidFill>
                <a:latin typeface="Plus Jakarta Sans ExtraBold"/>
                <a:ea typeface="Plus Jakarta Sans ExtraBold"/>
                <a:cs typeface="Plus Jakarta Sans ExtraBold"/>
                <a:sym typeface="Plus Jakarta Sans ExtraBold"/>
              </a:rPr>
              <a:t>Método MAP para renderizar elementos</a:t>
            </a:r>
            <a:endParaRPr sz="4800">
              <a:solidFill>
                <a:srgbClr val="FF632B"/>
              </a:solidFill>
              <a:latin typeface="Plus Jakarta Sans ExtraBold"/>
              <a:ea typeface="Plus Jakarta Sans ExtraBold"/>
              <a:cs typeface="Plus Jakarta Sans ExtraBold"/>
              <a:sym typeface="Plus Jakarta Sans ExtraBold"/>
            </a:endParaRPr>
          </a:p>
        </p:txBody>
      </p:sp>
      <p:sp>
        <p:nvSpPr>
          <p:cNvPr id="243" name="Google Shape;243;p3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latin typeface="Plus Jakarta Sans"/>
                <a:ea typeface="Plus Jakarta Sans"/>
                <a:cs typeface="Plus Jakarta Sans"/>
                <a:sym typeface="Plus Jakarta Sans"/>
              </a:rPr>
              <a:t>Renderización dinámica de listas en React.</a:t>
            </a:r>
            <a:endParaRPr sz="2500">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nvSpPr>
        <p:spPr>
          <a:xfrm>
            <a:off x="739075" y="2481425"/>
            <a:ext cx="43101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Children es una prop especial de React para permitirnos componer elementos (React o HTML) dentro de otros componentes.
Es ideal cuando:
- Necesitamos implementar patrones más complejos.
- Necesitamos que un elemento quede dentro de otro sin que sepan el uno del otro (anidar).</a:t>
            </a:r>
            <a:endParaRPr sz="1200">
              <a:solidFill>
                <a:srgbClr val="171717"/>
              </a:solidFill>
              <a:latin typeface="Plus Jakarta Sans Light"/>
              <a:ea typeface="Plus Jakarta Sans Light"/>
              <a:cs typeface="Plus Jakarta Sans Light"/>
              <a:sym typeface="Plus Jakarta Sans Light"/>
            </a:endParaRPr>
          </a:p>
        </p:txBody>
      </p:sp>
      <p:sp>
        <p:nvSpPr>
          <p:cNvPr id="249" name="Google Shape;249;p3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171717"/>
                </a:solidFill>
                <a:latin typeface="Plus Jakarta Sans ExtraBold"/>
                <a:ea typeface="Plus Jakarta Sans ExtraBold"/>
                <a:cs typeface="Plus Jakarta Sans ExtraBold"/>
                <a:sym typeface="Plus Jakarta Sans ExtraBold"/>
              </a:rPr>
              <a:t>Props Children</a:t>
            </a:r>
            <a:endParaRPr sz="4800">
              <a:solidFill>
                <a:srgbClr val="171717"/>
              </a:solidFill>
              <a:latin typeface="Plus Jakarta Sans ExtraBold"/>
              <a:ea typeface="Plus Jakarta Sans ExtraBold"/>
              <a:cs typeface="Plus Jakarta Sans ExtraBold"/>
              <a:sym typeface="Plus Jakarta Sans ExtraBold"/>
            </a:endParaRPr>
          </a:p>
        </p:txBody>
      </p:sp>
      <p:sp>
        <p:nvSpPr>
          <p:cNvPr id="250" name="Google Shape;250;p3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highlight>
                  <a:srgbClr val="FDAB2E"/>
                </a:highlight>
                <a:latin typeface="Plus Jakarta Sans"/>
                <a:ea typeface="Plus Jakarta Sans"/>
                <a:cs typeface="Plus Jakarta Sans"/>
                <a:sym typeface="Plus Jakarta Sans"/>
              </a:rPr>
              <a:t>Prop especial para componer elementos dentro de componentes.</a:t>
            </a:r>
            <a:endParaRPr sz="2500">
              <a:solidFill>
                <a:srgbClr val="171717"/>
              </a:solidFill>
              <a:highlight>
                <a:srgbClr val="FDAB2E"/>
              </a:highlight>
              <a:latin typeface="Plus Jakarta Sans"/>
              <a:ea typeface="Plus Jakarta Sans"/>
              <a:cs typeface="Plus Jakarta Sans"/>
              <a:sym typeface="Plus Jakarta Sans"/>
            </a:endParaRPr>
          </a:p>
        </p:txBody>
      </p:sp>
      <p:sp>
        <p:nvSpPr>
          <p:cNvPr id="251" name="Google Shape;251;p39"/>
          <p:cNvSpPr/>
          <p:nvPr/>
        </p:nvSpPr>
        <p:spPr>
          <a:xfrm>
            <a:off x="5520425" y="0"/>
            <a:ext cx="3627900" cy="5159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a:t>ESPACIO PARA IMAGEN</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nvSpPr>
        <p:spPr>
          <a:xfrm>
            <a:off x="739075" y="2481425"/>
            <a:ext cx="43101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React inyecta automáticamente children en las props, solo si encuentra alguno.
Si hay un solo elemento como children, lo inyecta como objeto.
Si son más de uno, lo hace como array.</a:t>
            </a:r>
            <a:endParaRPr sz="1200">
              <a:solidFill>
                <a:srgbClr val="171717"/>
              </a:solidFill>
              <a:latin typeface="Plus Jakarta Sans Light"/>
              <a:ea typeface="Plus Jakarta Sans Light"/>
              <a:cs typeface="Plus Jakarta Sans Light"/>
              <a:sym typeface="Plus Jakarta Sans Light"/>
            </a:endParaRPr>
          </a:p>
        </p:txBody>
      </p:sp>
      <p:sp>
        <p:nvSpPr>
          <p:cNvPr id="249" name="Google Shape;249;p3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171717"/>
                </a:solidFill>
                <a:latin typeface="Plus Jakarta Sans ExtraBold"/>
                <a:ea typeface="Plus Jakarta Sans ExtraBold"/>
                <a:cs typeface="Plus Jakarta Sans ExtraBold"/>
                <a:sym typeface="Plus Jakarta Sans ExtraBold"/>
              </a:rPr>
              <a:t>Children</a:t>
            </a:r>
            <a:endParaRPr sz="4800">
              <a:solidFill>
                <a:srgbClr val="171717"/>
              </a:solidFill>
              <a:latin typeface="Plus Jakarta Sans ExtraBold"/>
              <a:ea typeface="Plus Jakarta Sans ExtraBold"/>
              <a:cs typeface="Plus Jakarta Sans ExtraBold"/>
              <a:sym typeface="Plus Jakarta Sans ExtraBold"/>
            </a:endParaRPr>
          </a:p>
        </p:txBody>
      </p:sp>
      <p:sp>
        <p:nvSpPr>
          <p:cNvPr id="250" name="Google Shape;250;p3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highlight>
                  <a:srgbClr val="FDAB2E"/>
                </a:highlight>
                <a:latin typeface="Plus Jakarta Sans"/>
                <a:ea typeface="Plus Jakarta Sans"/>
                <a:cs typeface="Plus Jakarta Sans"/>
                <a:sym typeface="Plus Jakarta Sans"/>
              </a:rPr>
              <a:t>React inyecta automáticamente children en las props.</a:t>
            </a:r>
            <a:endParaRPr sz="2500">
              <a:solidFill>
                <a:srgbClr val="171717"/>
              </a:solidFill>
              <a:highlight>
                <a:srgbClr val="FDAB2E"/>
              </a:highlight>
              <a:latin typeface="Plus Jakarta Sans"/>
              <a:ea typeface="Plus Jakarta Sans"/>
              <a:cs typeface="Plus Jakarta Sans"/>
              <a:sym typeface="Plus Jakarta Sans"/>
            </a:endParaRPr>
          </a:p>
        </p:txBody>
      </p:sp>
      <p:sp>
        <p:nvSpPr>
          <p:cNvPr id="251" name="Google Shape;251;p39"/>
          <p:cNvSpPr/>
          <p:nvPr/>
        </p:nvSpPr>
        <p:spPr>
          <a:xfrm>
            <a:off x="5520425" y="0"/>
            <a:ext cx="3627900" cy="5159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a:t>ESPACIO PARA IMAGEN</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nvSpPr>
        <p:spPr>
          <a:xfrm>
            <a:off x="739075" y="2481425"/>
            <a:ext cx="43101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El hook useRef se utiliza para crear una referencia mutable. Retorna un objeto con una propiedad current que apunta a un valor que podemos mutar.
useRef sirve para guardar un valor o acceder a un elemento del DOM sin que el componente se vuelva a renderizar.</a:t>
            </a:r>
            <a:endParaRPr sz="1200">
              <a:solidFill>
                <a:srgbClr val="171717"/>
              </a:solidFill>
              <a:latin typeface="Plus Jakarta Sans Light"/>
              <a:ea typeface="Plus Jakarta Sans Light"/>
              <a:cs typeface="Plus Jakarta Sans Light"/>
              <a:sym typeface="Plus Jakarta Sans Light"/>
            </a:endParaRPr>
          </a:p>
        </p:txBody>
      </p:sp>
      <p:sp>
        <p:nvSpPr>
          <p:cNvPr id="249" name="Google Shape;249;p3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171717"/>
                </a:solidFill>
                <a:latin typeface="Plus Jakarta Sans ExtraBold"/>
                <a:ea typeface="Plus Jakarta Sans ExtraBold"/>
                <a:cs typeface="Plus Jakarta Sans ExtraBold"/>
                <a:sym typeface="Plus Jakarta Sans ExtraBold"/>
              </a:rPr>
              <a:t>useRef</a:t>
            </a:r>
            <a:endParaRPr sz="4800">
              <a:solidFill>
                <a:srgbClr val="171717"/>
              </a:solidFill>
              <a:latin typeface="Plus Jakarta Sans ExtraBold"/>
              <a:ea typeface="Plus Jakarta Sans ExtraBold"/>
              <a:cs typeface="Plus Jakarta Sans ExtraBold"/>
              <a:sym typeface="Plus Jakarta Sans ExtraBold"/>
            </a:endParaRPr>
          </a:p>
        </p:txBody>
      </p:sp>
      <p:sp>
        <p:nvSpPr>
          <p:cNvPr id="250" name="Google Shape;250;p3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highlight>
                  <a:srgbClr val="FDAB2E"/>
                </a:highlight>
                <a:latin typeface="Plus Jakarta Sans"/>
                <a:ea typeface="Plus Jakarta Sans"/>
                <a:cs typeface="Plus Jakarta Sans"/>
                <a:sym typeface="Plus Jakarta Sans"/>
              </a:rPr>
              <a:t>Hook para crear una referencia mutable.</a:t>
            </a:r>
            <a:endParaRPr sz="2500">
              <a:solidFill>
                <a:srgbClr val="171717"/>
              </a:solidFill>
              <a:highlight>
                <a:srgbClr val="FDAB2E"/>
              </a:highlight>
              <a:latin typeface="Plus Jakarta Sans"/>
              <a:ea typeface="Plus Jakarta Sans"/>
              <a:cs typeface="Plus Jakarta Sans"/>
              <a:sym typeface="Plus Jakarta Sans"/>
            </a:endParaRPr>
          </a:p>
        </p:txBody>
      </p:sp>
      <p:sp>
        <p:nvSpPr>
          <p:cNvPr id="251" name="Google Shape;251;p39"/>
          <p:cNvSpPr/>
          <p:nvPr/>
        </p:nvSpPr>
        <p:spPr>
          <a:xfrm>
            <a:off x="5520425" y="0"/>
            <a:ext cx="3627900" cy="5159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a:t>ESPACIO PARA IMAGEN</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nvSpPr>
        <p:spPr>
          <a:xfrm>
            <a:off x="739075" y="2481425"/>
            <a:ext cx="43101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useRef() guarda una referencia al input.
ref={inputRef} conecta el input con esa referencia.
Cuando hacés clic en el botón, accedemos al valor del input con inputRef.current.value sin volver a renderizar el componente.</a:t>
            </a:r>
            <a:endParaRPr sz="1200">
              <a:solidFill>
                <a:srgbClr val="171717"/>
              </a:solidFill>
              <a:latin typeface="Plus Jakarta Sans Light"/>
              <a:ea typeface="Plus Jakarta Sans Light"/>
              <a:cs typeface="Plus Jakarta Sans Light"/>
              <a:sym typeface="Plus Jakarta Sans Light"/>
            </a:endParaRPr>
          </a:p>
        </p:txBody>
      </p:sp>
      <p:sp>
        <p:nvSpPr>
          <p:cNvPr id="249" name="Google Shape;249;p3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171717"/>
                </a:solidFill>
                <a:latin typeface="Plus Jakarta Sans ExtraBold"/>
                <a:ea typeface="Plus Jakarta Sans ExtraBold"/>
                <a:cs typeface="Plus Jakarta Sans ExtraBold"/>
                <a:sym typeface="Plus Jakarta Sans ExtraBold"/>
              </a:rPr>
              <a:t>Ejemplo useRef</a:t>
            </a:r>
            <a:endParaRPr sz="4800">
              <a:solidFill>
                <a:srgbClr val="171717"/>
              </a:solidFill>
              <a:latin typeface="Plus Jakarta Sans ExtraBold"/>
              <a:ea typeface="Plus Jakarta Sans ExtraBold"/>
              <a:cs typeface="Plus Jakarta Sans ExtraBold"/>
              <a:sym typeface="Plus Jakarta Sans ExtraBold"/>
            </a:endParaRPr>
          </a:p>
        </p:txBody>
      </p:sp>
      <p:sp>
        <p:nvSpPr>
          <p:cNvPr id="250" name="Google Shape;250;p3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highlight>
                  <a:srgbClr val="FDAB2E"/>
                </a:highlight>
                <a:latin typeface="Plus Jakarta Sans"/>
                <a:ea typeface="Plus Jakarta Sans"/>
                <a:cs typeface="Plus Jakarta Sans"/>
                <a:sym typeface="Plus Jakarta Sans"/>
              </a:rPr>
              <a:t>Accediendo al valor de un input sin re-render.</a:t>
            </a:r>
            <a:endParaRPr sz="2500">
              <a:solidFill>
                <a:srgbClr val="171717"/>
              </a:solidFill>
              <a:highlight>
                <a:srgbClr val="FDAB2E"/>
              </a:highlight>
              <a:latin typeface="Plus Jakarta Sans"/>
              <a:ea typeface="Plus Jakarta Sans"/>
              <a:cs typeface="Plus Jakarta Sans"/>
              <a:sym typeface="Plus Jakarta Sans"/>
            </a:endParaRPr>
          </a:p>
        </p:txBody>
      </p:sp>
      <p:sp>
        <p:nvSpPr>
          <p:cNvPr id="251" name="Google Shape;251;p39"/>
          <p:cNvSpPr/>
          <p:nvPr/>
        </p:nvSpPr>
        <p:spPr>
          <a:xfrm>
            <a:off x="5520425" y="0"/>
            <a:ext cx="3627900" cy="5159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a:t>ESPACIO PARA IMAGEN</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nvSpPr>
        <p:spPr>
          <a:xfrm>
            <a:off x="739075" y="2481425"/>
            <a:ext cx="43101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Podemos hacer un contador como el que aparece al principio de Vite.
useRef puede ser utilizado para mantener valores persistentes en el componente, útil para realizar cálculos o almacenar datos temporales que no deben exponerse al estado del componente.
¿Para qué se puede usar en el proyecto?</a:t>
            </a:r>
            <a:endParaRPr sz="1200">
              <a:solidFill>
                <a:srgbClr val="171717"/>
              </a:solidFill>
              <a:latin typeface="Plus Jakarta Sans Light"/>
              <a:ea typeface="Plus Jakarta Sans Light"/>
              <a:cs typeface="Plus Jakarta Sans Light"/>
              <a:sym typeface="Plus Jakarta Sans Light"/>
            </a:endParaRPr>
          </a:p>
        </p:txBody>
      </p:sp>
      <p:sp>
        <p:nvSpPr>
          <p:cNvPr id="249" name="Google Shape;249;p3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171717"/>
                </a:solidFill>
                <a:latin typeface="Plus Jakarta Sans ExtraBold"/>
                <a:ea typeface="Plus Jakarta Sans ExtraBold"/>
                <a:cs typeface="Plus Jakarta Sans ExtraBold"/>
                <a:sym typeface="Plus Jakarta Sans ExtraBold"/>
              </a:rPr>
              <a:t>Ejemplo 2 useRef</a:t>
            </a:r>
            <a:endParaRPr sz="4800">
              <a:solidFill>
                <a:srgbClr val="171717"/>
              </a:solidFill>
              <a:latin typeface="Plus Jakarta Sans ExtraBold"/>
              <a:ea typeface="Plus Jakarta Sans ExtraBold"/>
              <a:cs typeface="Plus Jakarta Sans ExtraBold"/>
              <a:sym typeface="Plus Jakarta Sans ExtraBold"/>
            </a:endParaRPr>
          </a:p>
        </p:txBody>
      </p:sp>
      <p:sp>
        <p:nvSpPr>
          <p:cNvPr id="250" name="Google Shape;250;p3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highlight>
                  <a:srgbClr val="FDAB2E"/>
                </a:highlight>
                <a:latin typeface="Plus Jakarta Sans"/>
                <a:ea typeface="Plus Jakarta Sans"/>
                <a:cs typeface="Plus Jakarta Sans"/>
                <a:sym typeface="Plus Jakarta Sans"/>
              </a:rPr>
              <a:t>Mantener valores persistentes con useRef.</a:t>
            </a:r>
            <a:endParaRPr sz="2500">
              <a:solidFill>
                <a:srgbClr val="171717"/>
              </a:solidFill>
              <a:highlight>
                <a:srgbClr val="FDAB2E"/>
              </a:highlight>
              <a:latin typeface="Plus Jakarta Sans"/>
              <a:ea typeface="Plus Jakarta Sans"/>
              <a:cs typeface="Plus Jakarta Sans"/>
              <a:sym typeface="Plus Jakarta Sans"/>
            </a:endParaRPr>
          </a:p>
        </p:txBody>
      </p:sp>
      <p:sp>
        <p:nvSpPr>
          <p:cNvPr id="251" name="Google Shape;251;p39"/>
          <p:cNvSpPr/>
          <p:nvPr/>
        </p:nvSpPr>
        <p:spPr>
          <a:xfrm>
            <a:off x="5520425" y="0"/>
            <a:ext cx="3627900" cy="5159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a:t>ESPACIO PARA IMAGEN</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nvSpPr>
        <p:spPr>
          <a:xfrm>
            <a:off x="739075" y="2481425"/>
            <a:ext cx="4310100" cy="226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rgbClr val="171717"/>
                </a:solidFill>
                <a:latin typeface="Plus Jakarta Sans Light"/>
                <a:ea typeface="Plus Jakarta Sans Light"/>
                <a:cs typeface="Plus Jakarta Sans Light"/>
                <a:sym typeface="Plus Jakarta Sans Light"/>
              </a:rPr>
              <a:t>Dentro de los componentes podemos tener funciones para realizar diferentes tareas, como, por ejemplo, una llamada a una API para obtener datos.
Si en cada render se ejecuta esta llamada, quiere decir que un cambio de estado está provocando efectos secundarios y no controlarlos puede traernos problemas.
¿Cómo los controlamos?
*Trabajaremos con promesas y APIs en las próximas clases</a:t>
            </a:r>
            <a:endParaRPr sz="1200">
              <a:solidFill>
                <a:srgbClr val="171717"/>
              </a:solidFill>
              <a:latin typeface="Plus Jakarta Sans Light"/>
              <a:ea typeface="Plus Jakarta Sans Light"/>
              <a:cs typeface="Plus Jakarta Sans Light"/>
              <a:sym typeface="Plus Jakarta Sans Light"/>
            </a:endParaRPr>
          </a:p>
        </p:txBody>
      </p:sp>
      <p:sp>
        <p:nvSpPr>
          <p:cNvPr id="249" name="Google Shape;249;p3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171717"/>
                </a:solidFill>
                <a:latin typeface="Plus Jakarta Sans ExtraBold"/>
                <a:ea typeface="Plus Jakarta Sans ExtraBold"/>
                <a:cs typeface="Plus Jakarta Sans ExtraBold"/>
                <a:sym typeface="Plus Jakarta Sans ExtraBold"/>
              </a:rPr>
              <a:t>Render y efectos</a:t>
            </a:r>
            <a:endParaRPr sz="4800">
              <a:solidFill>
                <a:srgbClr val="171717"/>
              </a:solidFill>
              <a:latin typeface="Plus Jakarta Sans ExtraBold"/>
              <a:ea typeface="Plus Jakarta Sans ExtraBold"/>
              <a:cs typeface="Plus Jakarta Sans ExtraBold"/>
              <a:sym typeface="Plus Jakarta Sans ExtraBold"/>
            </a:endParaRPr>
          </a:p>
        </p:txBody>
      </p:sp>
      <p:sp>
        <p:nvSpPr>
          <p:cNvPr id="250" name="Google Shape;250;p3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171717"/>
                </a:solidFill>
                <a:highlight>
                  <a:srgbClr val="FDAB2E"/>
                </a:highlight>
                <a:latin typeface="Plus Jakarta Sans"/>
                <a:ea typeface="Plus Jakarta Sans"/>
                <a:cs typeface="Plus Jakarta Sans"/>
                <a:sym typeface="Plus Jakarta Sans"/>
              </a:rPr>
              <a:t>Efectos secundarios no controlados.</a:t>
            </a:r>
            <a:endParaRPr sz="2500">
              <a:solidFill>
                <a:srgbClr val="171717"/>
              </a:solidFill>
              <a:highlight>
                <a:srgbClr val="FDAB2E"/>
              </a:highlight>
              <a:latin typeface="Plus Jakarta Sans"/>
              <a:ea typeface="Plus Jakarta Sans"/>
              <a:cs typeface="Plus Jakarta Sans"/>
              <a:sym typeface="Plus Jakarta Sans"/>
            </a:endParaRPr>
          </a:p>
        </p:txBody>
      </p:sp>
      <p:sp>
        <p:nvSpPr>
          <p:cNvPr id="251" name="Google Shape;251;p39"/>
          <p:cNvSpPr/>
          <p:nvPr/>
        </p:nvSpPr>
        <p:spPr>
          <a:xfrm>
            <a:off x="5520425" y="0"/>
            <a:ext cx="3627900" cy="5159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a:t>ESPACIO PARA IMAGEN</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0"/>
          <p:cNvSpPr txBox="1"/>
          <p:nvPr/>
        </p:nvSpPr>
        <p:spPr>
          <a:xfrm>
            <a:off x="652525" y="1336525"/>
            <a:ext cx="6254700" cy="244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6000">
                <a:solidFill>
                  <a:srgbClr val="F8F2E8"/>
                </a:solidFill>
                <a:latin typeface="Plus Jakarta Sans ExtraBold"/>
                <a:ea typeface="Plus Jakarta Sans ExtraBold"/>
                <a:cs typeface="Plus Jakarta Sans ExtraBold"/>
                <a:sym typeface="Plus Jakarta Sans ExtraBold"/>
              </a:rPr>
              <a:t>Break,</a:t>
            </a:r>
            <a:endParaRPr sz="6000">
              <a:solidFill>
                <a:srgbClr val="F8F2E8"/>
              </a:solidFill>
              <a:latin typeface="Plus Jakarta Sans ExtraBold"/>
              <a:ea typeface="Plus Jakarta Sans ExtraBold"/>
              <a:cs typeface="Plus Jakarta Sans ExtraBold"/>
              <a:sym typeface="Plus Jakarta Sans ExtraBold"/>
            </a:endParaRPr>
          </a:p>
          <a:p>
            <a:pPr indent="0" lvl="0" marL="0" rtl="0" algn="l">
              <a:spcBef>
                <a:spcPts val="0"/>
              </a:spcBef>
              <a:spcAft>
                <a:spcPts val="0"/>
              </a:spcAft>
              <a:buNone/>
            </a:pPr>
            <a:r>
              <a:t/>
            </a:r>
            <a:endParaRPr sz="2800">
              <a:solidFill>
                <a:srgbClr val="F8F2E8"/>
              </a:solidFill>
              <a:latin typeface="Plus Jakarta Sans ExtraBold"/>
              <a:ea typeface="Plus Jakarta Sans ExtraBold"/>
              <a:cs typeface="Plus Jakarta Sans ExtraBold"/>
              <a:sym typeface="Plus Jakarta Sans ExtraBold"/>
            </a:endParaRPr>
          </a:p>
          <a:p>
            <a:pPr indent="0" lvl="0" marL="0" rtl="0" algn="l">
              <a:spcBef>
                <a:spcPts val="0"/>
              </a:spcBef>
              <a:spcAft>
                <a:spcPts val="0"/>
              </a:spcAft>
              <a:buNone/>
            </a:pPr>
            <a:r>
              <a:rPr lang="es" sz="2400">
                <a:solidFill>
                  <a:srgbClr val="F8F2E8"/>
                </a:solidFill>
                <a:latin typeface="Plus Jakarta Sans"/>
                <a:ea typeface="Plus Jakarta Sans"/>
                <a:cs typeface="Plus Jakarta Sans"/>
                <a:sym typeface="Plus Jakarta Sans"/>
              </a:rPr>
              <a:t>andá por un cafecito</a:t>
            </a:r>
            <a:endParaRPr sz="2400">
              <a:solidFill>
                <a:srgbClr val="F8F2E8"/>
              </a:solidFill>
              <a:latin typeface="Plus Jakarta Sans"/>
              <a:ea typeface="Plus Jakarta Sans"/>
              <a:cs typeface="Plus Jakarta Sans"/>
              <a:sym typeface="Plus Jakarta Sans"/>
            </a:endParaRPr>
          </a:p>
          <a:p>
            <a:pPr indent="0" lvl="0" marL="0" rtl="0" algn="l">
              <a:spcBef>
                <a:spcPts val="0"/>
              </a:spcBef>
              <a:spcAft>
                <a:spcPts val="0"/>
              </a:spcAft>
              <a:buNone/>
            </a:pPr>
            <a:r>
              <a:rPr lang="es" sz="2400">
                <a:solidFill>
                  <a:srgbClr val="F8F2E8"/>
                </a:solidFill>
                <a:latin typeface="Plus Jakarta Sans"/>
                <a:ea typeface="Plus Jakarta Sans"/>
                <a:cs typeface="Plus Jakarta Sans"/>
                <a:sym typeface="Plus Jakarta Sans"/>
              </a:rPr>
              <a:t>o mate, ¡y volvemos!</a:t>
            </a:r>
            <a:endParaRPr sz="2400">
              <a:solidFill>
                <a:srgbClr val="F8F2E8"/>
              </a:solidFill>
              <a:latin typeface="Plus Jakarta Sans"/>
              <a:ea typeface="Plus Jakarta Sans"/>
              <a:cs typeface="Plus Jakarta Sans"/>
              <a:sym typeface="Plus Jakarta Sans"/>
            </a:endParaRPr>
          </a:p>
        </p:txBody>
      </p:sp>
      <p:pic>
        <p:nvPicPr>
          <p:cNvPr id="467" name="Google Shape;467;p60" title="Vector.png"/>
          <p:cNvPicPr preferRelativeResize="0"/>
          <p:nvPr/>
        </p:nvPicPr>
        <p:blipFill rotWithShape="1">
          <a:blip r:embed="rId3">
            <a:alphaModFix/>
          </a:blip>
          <a:srcRect b="0" l="30" r="40" t="0"/>
          <a:stretch/>
        </p:blipFill>
        <p:spPr>
          <a:xfrm>
            <a:off x="7520578" y="2347936"/>
            <a:ext cx="524575" cy="4476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2"/>
          <p:cNvSpPr txBox="1"/>
          <p:nvPr/>
        </p:nvSpPr>
        <p:spPr>
          <a:xfrm>
            <a:off x="571500" y="2392650"/>
            <a:ext cx="6977400" cy="15000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s" sz="4900">
                <a:solidFill>
                  <a:srgbClr val="F8F2E8"/>
                </a:solidFill>
                <a:latin typeface="Plus Jakarta Sans ExtraBold"/>
                <a:ea typeface="Plus Jakarta Sans ExtraBold"/>
                <a:cs typeface="Plus Jakarta Sans ExtraBold"/>
                <a:sym typeface="Plus Jakarta Sans ExtraBold"/>
              </a:rPr>
              <a:t xml:space="preserve">¡Gracias por </a:t>
            </a:r>
            <a:r>
              <a:rPr lang="es" sz="4900">
                <a:solidFill>
                  <a:srgbClr val="FDAB2E"/>
                </a:solidFill>
                <a:latin typeface="Plus Jakarta Sans ExtraBold"/>
                <a:ea typeface="Plus Jakarta Sans ExtraBold"/>
                <a:cs typeface="Plus Jakarta Sans ExtraBold"/>
                <a:sym typeface="Plus Jakarta Sans ExtraBold"/>
              </a:rPr>
              <a:t xml:space="preserve">estudiar </a:t>
            </a:r>
            <a:r>
              <a:rPr lang="es" sz="4900">
                <a:solidFill>
                  <a:srgbClr val="F8F2E8"/>
                </a:solidFill>
                <a:latin typeface="Plus Jakarta Sans ExtraBold"/>
                <a:ea typeface="Plus Jakarta Sans ExtraBold"/>
                <a:cs typeface="Plus Jakarta Sans ExtraBold"/>
                <a:sym typeface="Plus Jakarta Sans ExtraBold"/>
              </a:rPr>
              <a:t>con nosotros!</a:t>
            </a:r>
            <a:endParaRPr sz="4900">
              <a:solidFill>
                <a:srgbClr val="F8F2E8"/>
              </a:solidFill>
              <a:latin typeface="Plus Jakarta Sans ExtraBold"/>
              <a:ea typeface="Plus Jakarta Sans ExtraBold"/>
              <a:cs typeface="Plus Jakarta Sans ExtraBold"/>
              <a:sym typeface="Plus Jakarta Sans ExtraBold"/>
            </a:endParaRPr>
          </a:p>
        </p:txBody>
      </p:sp>
      <p:sp>
        <p:nvSpPr>
          <p:cNvPr id="479" name="Google Shape;479;p62"/>
          <p:cNvSpPr txBox="1"/>
          <p:nvPr/>
        </p:nvSpPr>
        <p:spPr>
          <a:xfrm>
            <a:off x="571500" y="3792150"/>
            <a:ext cx="8001000" cy="906300"/>
          </a:xfrm>
          <a:prstGeom prst="rect">
            <a:avLst/>
          </a:prstGeom>
          <a:noFill/>
          <a:ln>
            <a:noFill/>
          </a:ln>
        </p:spPr>
        <p:txBody>
          <a:bodyPr anchorCtr="0" anchor="b" bIns="0" lIns="0" spcFirstLastPara="1" rIns="0" wrap="square" tIns="0">
            <a:noAutofit/>
          </a:bodyPr>
          <a:lstStyle/>
          <a:p>
            <a:pPr indent="0" lvl="0" marL="0" rtl="0" algn="just">
              <a:spcBef>
                <a:spcPts val="0"/>
              </a:spcBef>
              <a:spcAft>
                <a:spcPts val="0"/>
              </a:spcAft>
              <a:buNone/>
            </a:pPr>
            <a:r>
              <a:rPr lang="es" sz="600">
                <a:solidFill>
                  <a:srgbClr val="F8F2E8"/>
                </a:solidFill>
                <a:latin typeface="Plus Jakarta Sans"/>
                <a:ea typeface="Plus Jakarta Sans"/>
                <a:cs typeface="Plus Jakarta Sans"/>
                <a:sym typeface="Plus Jakarta Sans"/>
              </a:rPr>
              <a:t xml:space="preserve">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F8F2E8"/>
              </a:solidFill>
              <a:latin typeface="Plus Jakarta Sans"/>
              <a:ea typeface="Plus Jakarta Sans"/>
              <a:cs typeface="Plus Jakarta Sans"/>
              <a:sym typeface="Plus Jakarta Sans"/>
            </a:endParaRPr>
          </a:p>
          <a:p>
            <a:pPr indent="0" lvl="0" marL="0" rtl="0" algn="just">
              <a:spcBef>
                <a:spcPts val="0"/>
              </a:spcBef>
              <a:spcAft>
                <a:spcPts val="0"/>
              </a:spcAft>
              <a:buNone/>
            </a:pPr>
            <a:r>
              <a:t/>
            </a:r>
            <a:endParaRPr sz="600">
              <a:solidFill>
                <a:srgbClr val="F8F2E8"/>
              </a:solidFill>
              <a:latin typeface="Plus Jakarta Sans"/>
              <a:ea typeface="Plus Jakarta Sans"/>
              <a:cs typeface="Plus Jakarta Sans"/>
              <a:sym typeface="Plus Jakarta Sans"/>
            </a:endParaRPr>
          </a:p>
          <a:p>
            <a:pPr indent="0" lvl="0" marL="0" rtl="0" algn="just">
              <a:spcBef>
                <a:spcPts val="0"/>
              </a:spcBef>
              <a:spcAft>
                <a:spcPts val="0"/>
              </a:spcAft>
              <a:buNone/>
            </a:pPr>
            <a:r>
              <a:rPr lang="es" sz="600">
                <a:solidFill>
                  <a:srgbClr val="F8F2E8"/>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F8F2E8"/>
              </a:solidFill>
              <a:latin typeface="Plus Jakarta Sans"/>
              <a:ea typeface="Plus Jakarta Sans"/>
              <a:cs typeface="Plus Jakarta Sans"/>
              <a:sym typeface="Plus Jakarta Sans"/>
            </a:endParaRPr>
          </a:p>
        </p:txBody>
      </p:sp>
      <p:pic>
        <p:nvPicPr>
          <p:cNvPr id="480" name="Google Shape;480;p62" title="Group 1321317428.png"/>
          <p:cNvPicPr preferRelativeResize="0"/>
          <p:nvPr/>
        </p:nvPicPr>
        <p:blipFill>
          <a:blip r:embed="rId3">
            <a:alphaModFix/>
          </a:blip>
          <a:stretch>
            <a:fillRect/>
          </a:stretch>
        </p:blipFill>
        <p:spPr>
          <a:xfrm>
            <a:off x="7711325" y="609525"/>
            <a:ext cx="861174" cy="85774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9"/>
          <p:cNvSpPr txBox="1"/>
          <p:nvPr/>
        </p:nvSpPr>
        <p:spPr>
          <a:xfrm>
            <a:off x="652525" y="1336525"/>
            <a:ext cx="3873300" cy="17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F8F2E8"/>
                </a:solidFill>
                <a:latin typeface="Plus Jakarta Sans ExtraBold"/>
                <a:ea typeface="Plus Jakarta Sans ExtraBold"/>
                <a:cs typeface="Plus Jakarta Sans ExtraBold"/>
                <a:sym typeface="Plus Jakarta Sans ExtraBold"/>
              </a:rPr>
              <a:t>✅ Sonido e imagen ok
✅ Diapositivas y tamaño de texto
📹 Chequear que esté grabando</a:t>
            </a:r>
            <a:endParaRPr sz="4800">
              <a:solidFill>
                <a:srgbClr val="F8F2E8"/>
              </a:solidFill>
              <a:latin typeface="Plus Jakarta Sans ExtraBold"/>
              <a:ea typeface="Plus Jakarta Sans ExtraBold"/>
              <a:cs typeface="Plus Jakarta Sans ExtraBold"/>
              <a:sym typeface="Plus Jakarta Sans ExtraBold"/>
            </a:endParaRPr>
          </a:p>
        </p:txBody>
      </p:sp>
      <p:sp>
        <p:nvSpPr>
          <p:cNvPr id="461" name="Google Shape;461;p59"/>
          <p:cNvSpPr/>
          <p:nvPr/>
        </p:nvSpPr>
        <p:spPr>
          <a:xfrm>
            <a:off x="3601525" y="3168750"/>
            <a:ext cx="228300" cy="228300"/>
          </a:xfrm>
          <a:prstGeom prst="ellipse">
            <a:avLst/>
          </a:prstGeom>
          <a:solidFill>
            <a:srgbClr val="FDAB2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