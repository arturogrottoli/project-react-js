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2"/>
  </p:notesMasterIdLst>
  <p:sldIdLst>
    <p:sldId id="256" r:id="rId3"/>
    <p:sldId id="274"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5" r:id="rId21"/>
  </p:sldIdLst>
  <p:sldSz cx="9144000" cy="5143500" type="screen16x9"/>
  <p:notesSz cx="6858000" cy="9144000"/>
  <p:embeddedFontLst>
    <p:embeddedFont>
      <p:font typeface="Helvetica Neue Light" panose="020B0604020202020204" charset="0"/>
      <p:regular r:id="rId23"/>
      <p:bold r:id="rId24"/>
      <p:italic r:id="rId25"/>
      <p:boldItalic r:id="rId26"/>
    </p:embeddedFont>
    <p:embeddedFont>
      <p:font typeface="DM Sans" panose="020B0604020202020204" charset="0"/>
      <p:regular r:id="rId27"/>
      <p:bold r:id="rId28"/>
      <p:italic r:id="rId29"/>
      <p:boldItalic r:id="rId30"/>
    </p:embeddedFont>
    <p:embeddedFont>
      <p:font typeface="Helvetica Neue" panose="020B060402020202020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4.fntdata"/><Relationship Id="rId21" Type="http://schemas.openxmlformats.org/officeDocument/2006/relationships/slide" Target="slides/slide19.xml"/><Relationship Id="rId34" Type="http://schemas.openxmlformats.org/officeDocument/2006/relationships/font" Target="fonts/font12.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9.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2049920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577727"/>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dirty="0" err="1">
                <a:solidFill>
                  <a:schemeClr val="dk1"/>
                </a:solidFill>
                <a:latin typeface="DM Sans"/>
                <a:ea typeface="DM Sans"/>
                <a:cs typeface="DM Sans"/>
                <a:sym typeface="DM Sans"/>
              </a:rPr>
              <a:t>Children</a:t>
            </a:r>
            <a:r>
              <a:rPr lang="es-419" sz="1350" dirty="0">
                <a:solidFill>
                  <a:schemeClr val="dk1"/>
                </a:solidFill>
                <a:latin typeface="DM Sans"/>
                <a:ea typeface="DM Sans"/>
                <a:cs typeface="DM Sans"/>
                <a:sym typeface="DM Sans"/>
              </a:rPr>
              <a:t> es una </a:t>
            </a:r>
            <a:r>
              <a:rPr lang="es-419" sz="1350" dirty="0" err="1">
                <a:solidFill>
                  <a:schemeClr val="dk1"/>
                </a:solidFill>
                <a:latin typeface="DM Sans"/>
                <a:ea typeface="DM Sans"/>
                <a:cs typeface="DM Sans"/>
                <a:sym typeface="DM Sans"/>
              </a:rPr>
              <a:t>prop</a:t>
            </a:r>
            <a:r>
              <a:rPr lang="es-419" sz="1350" dirty="0">
                <a:solidFill>
                  <a:schemeClr val="dk1"/>
                </a:solidFill>
                <a:latin typeface="DM Sans"/>
                <a:ea typeface="DM Sans"/>
                <a:cs typeface="DM Sans"/>
                <a:sym typeface="DM Sans"/>
              </a:rPr>
              <a:t> especial que tiene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para permitirnos componer elementos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o HTML) dentro de otros componentes.</a:t>
            </a:r>
            <a:endParaRPr sz="1350" dirty="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dirty="0">
                <a:solidFill>
                  <a:schemeClr val="dk1"/>
                </a:solidFill>
                <a:latin typeface="DM Sans"/>
                <a:ea typeface="DM Sans"/>
                <a:cs typeface="DM Sans"/>
                <a:sym typeface="DM Sans"/>
              </a:rPr>
              <a:t>Es ideal cuando:</a:t>
            </a:r>
            <a:endParaRPr sz="1350" b="1"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dirty="0" smtClean="0">
                <a:solidFill>
                  <a:schemeClr val="dk1"/>
                </a:solidFill>
                <a:latin typeface="DM Sans"/>
                <a:ea typeface="DM Sans"/>
                <a:cs typeface="DM Sans"/>
                <a:sym typeface="DM Sans"/>
              </a:rPr>
              <a:t>Necesitamos </a:t>
            </a:r>
            <a:r>
              <a:rPr lang="es-419" sz="1350" dirty="0">
                <a:solidFill>
                  <a:schemeClr val="dk1"/>
                </a:solidFill>
                <a:latin typeface="DM Sans"/>
                <a:ea typeface="DM Sans"/>
                <a:cs typeface="DM Sans"/>
                <a:sym typeface="DM Sans"/>
              </a:rPr>
              <a:t>implementar patrones más complejos</a:t>
            </a:r>
            <a:r>
              <a:rPr lang="es-419" sz="1350" dirty="0" smtClean="0">
                <a:solidFill>
                  <a:schemeClr val="dk1"/>
                </a:solidFill>
                <a:latin typeface="DM Sans"/>
                <a:ea typeface="DM Sans"/>
                <a:cs typeface="DM Sans"/>
                <a:sym typeface="DM Sans"/>
              </a:rPr>
              <a:t>.</a:t>
            </a:r>
          </a:p>
          <a:p>
            <a:pPr marL="457200" indent="-314325">
              <a:lnSpc>
                <a:spcPct val="115000"/>
              </a:lnSpc>
              <a:spcBef>
                <a:spcPts val="1000"/>
              </a:spcBef>
              <a:buClr>
                <a:srgbClr val="EA90FF"/>
              </a:buClr>
              <a:buSzPts val="1350"/>
              <a:buFont typeface="DM Sans"/>
              <a:buChar char="✓"/>
            </a:pPr>
            <a:r>
              <a:rPr lang="es-MX" sz="1350" dirty="0">
                <a:solidFill>
                  <a:schemeClr val="dk1"/>
                </a:solidFill>
                <a:latin typeface="DM Sans"/>
                <a:ea typeface="DM Sans"/>
                <a:cs typeface="DM Sans"/>
                <a:sym typeface="DM Sans"/>
              </a:rPr>
              <a:t>Necesitamos que un elemento quede dentro de otro, sin que sepan el uno del otro</a:t>
            </a:r>
            <a:r>
              <a:rPr lang="es-MX" sz="1350" dirty="0" smtClean="0">
                <a:solidFill>
                  <a:schemeClr val="dk1"/>
                </a:solidFill>
                <a:latin typeface="DM Sans"/>
                <a:ea typeface="DM Sans"/>
                <a:cs typeface="DM Sans"/>
                <a:sym typeface="DM Sans"/>
              </a:rPr>
              <a:t>. (Anidar)</a:t>
            </a:r>
            <a:endParaRPr lang="es-MX" sz="1350"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endParaRPr sz="1350" dirty="0">
              <a:solidFill>
                <a:schemeClr val="dk1"/>
              </a:solidFill>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dirty="0">
                <a:solidFill>
                  <a:schemeClr val="dk1"/>
                </a:solidFill>
                <a:latin typeface="DM Sans"/>
                <a:ea typeface="DM Sans"/>
                <a:cs typeface="DM Sans"/>
                <a:sym typeface="DM Sans"/>
              </a:rPr>
              <a:t>El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a:t>
            </a:r>
            <a:r>
              <a:rPr lang="es-419" sz="1350" dirty="0" err="1">
                <a:solidFill>
                  <a:schemeClr val="dk1"/>
                </a:solidFill>
                <a:latin typeface="DM Sans"/>
                <a:ea typeface="DM Sans"/>
                <a:cs typeface="DM Sans"/>
                <a:sym typeface="DM Sans"/>
              </a:rPr>
              <a:t>useRef</a:t>
            </a:r>
            <a:r>
              <a:rPr lang="es-419" sz="1350" dirty="0">
                <a:solidFill>
                  <a:schemeClr val="dk1"/>
                </a:solidFill>
                <a:latin typeface="DM Sans"/>
                <a:ea typeface="DM Sans"/>
                <a:cs typeface="DM Sans"/>
                <a:sym typeface="DM Sans"/>
              </a:rPr>
              <a:t> se utiliza para crear una referencia mutable.</a:t>
            </a:r>
            <a:endParaRPr sz="1350" dirty="0">
              <a:solidFill>
                <a:schemeClr val="dk1"/>
              </a:solidFill>
              <a:latin typeface="DM Sans"/>
              <a:ea typeface="DM Sans"/>
              <a:cs typeface="DM Sans"/>
              <a:sym typeface="DM Sans"/>
            </a:endParaRPr>
          </a:p>
          <a:p>
            <a:pPr marL="0" lvl="0" indent="0" algn="l" rtl="0">
              <a:spcBef>
                <a:spcPts val="1000"/>
              </a:spcBef>
              <a:spcAft>
                <a:spcPts val="0"/>
              </a:spcAft>
              <a:buNone/>
            </a:pPr>
            <a:r>
              <a:rPr lang="es-419" sz="1350" dirty="0">
                <a:solidFill>
                  <a:schemeClr val="dk1"/>
                </a:solidFill>
                <a:latin typeface="DM Sans"/>
                <a:ea typeface="DM Sans"/>
                <a:cs typeface="DM Sans"/>
                <a:sym typeface="DM Sans"/>
              </a:rPr>
              <a:t>Este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retorna un objeto con una propiedad </a:t>
            </a:r>
            <a:r>
              <a:rPr lang="es-419" sz="1350" dirty="0" err="1">
                <a:solidFill>
                  <a:schemeClr val="dk1"/>
                </a:solidFill>
                <a:latin typeface="DM Sans"/>
                <a:ea typeface="DM Sans"/>
                <a:cs typeface="DM Sans"/>
                <a:sym typeface="DM Sans"/>
              </a:rPr>
              <a:t>current</a:t>
            </a:r>
            <a:r>
              <a:rPr lang="es-419" sz="1350" dirty="0">
                <a:solidFill>
                  <a:schemeClr val="dk1"/>
                </a:solidFill>
                <a:latin typeface="DM Sans"/>
                <a:ea typeface="DM Sans"/>
                <a:cs typeface="DM Sans"/>
                <a:sym typeface="DM Sans"/>
              </a:rPr>
              <a:t> la cual apuntará a un valor y podremos mutar.</a:t>
            </a:r>
            <a:endParaRPr sz="1350" dirty="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dirty="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223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useRef puede ser utilizado para mantener valores persistentes en el componente, lo que puede ser útil para realizar cálculos o para almacenar datos temporales que no deben ser expuestos al estado del componente.</a:t>
            </a:r>
            <a:endParaRPr sz="135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681600" y="13584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https://github.com/julioavantt/teacher_react_map</a:t>
            </a:r>
            <a:endParaRPr>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15330612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1253</Words>
  <Application>Microsoft Office PowerPoint</Application>
  <PresentationFormat>Presentación en pantalla (16:9)</PresentationFormat>
  <Paragraphs>112</Paragraphs>
  <Slides>19</Slides>
  <Notes>19</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19</vt:i4>
      </vt:variant>
    </vt:vector>
  </HeadingPairs>
  <TitlesOfParts>
    <vt:vector size="25" baseType="lpstr">
      <vt:lpstr>Helvetica Neue Light</vt:lpstr>
      <vt:lpstr>DM Sans</vt:lpstr>
      <vt:lpstr>Helvetica Neue</vt:lpstr>
      <vt:lpstr>Arial</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3</cp:revision>
  <dcterms:modified xsi:type="dcterms:W3CDTF">2025-10-21T21:20:32Z</dcterms:modified>
</cp:coreProperties>
</file>