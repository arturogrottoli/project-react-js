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54"/>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320"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9" r:id="rId34"/>
    <p:sldId id="300" r:id="rId35"/>
    <p:sldId id="301" r:id="rId36"/>
    <p:sldId id="302" r:id="rId37"/>
    <p:sldId id="303" r:id="rId38"/>
    <p:sldId id="304" r:id="rId39"/>
    <p:sldId id="305" r:id="rId40"/>
    <p:sldId id="306" r:id="rId41"/>
    <p:sldId id="307" r:id="rId42"/>
    <p:sldId id="308" r:id="rId43"/>
    <p:sldId id="309" r:id="rId44"/>
    <p:sldId id="310" r:id="rId45"/>
    <p:sldId id="311" r:id="rId46"/>
    <p:sldId id="312" r:id="rId47"/>
    <p:sldId id="313" r:id="rId48"/>
    <p:sldId id="314" r:id="rId49"/>
    <p:sldId id="315" r:id="rId50"/>
    <p:sldId id="316" r:id="rId51"/>
    <p:sldId id="317" r:id="rId52"/>
    <p:sldId id="318" r:id="rId53"/>
  </p:sldIdLst>
  <p:sldSz cx="9144000" cy="5143500" type="screen16x9"/>
  <p:notesSz cx="6858000" cy="9144000"/>
  <p:embeddedFontLst>
    <p:embeddedFont>
      <p:font typeface="DM Sans" panose="020B0604020202020204" charset="0"/>
      <p:regular r:id="rId55"/>
      <p:bold r:id="rId56"/>
      <p:italic r:id="rId57"/>
      <p:boldItalic r:id="rId58"/>
    </p:embeddedFont>
    <p:embeddedFont>
      <p:font typeface="Helvetica Neue Light" panose="020B0604020202020204" charset="0"/>
      <p:regular r:id="rId59"/>
      <p:bold r:id="rId60"/>
      <p:italic r:id="rId61"/>
      <p:boldItalic r:id="rId62"/>
    </p:embeddedFont>
    <p:embeddedFont>
      <p:font typeface="Helvetica Neue" panose="020B0604020202020204" charset="0"/>
      <p:regular r:id="rId63"/>
      <p:bold r:id="rId64"/>
      <p:italic r:id="rId65"/>
      <p:bold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9.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4.fntdata"/><Relationship Id="rId66" Type="http://schemas.openxmlformats.org/officeDocument/2006/relationships/font" Target="fonts/font12.fntdata"/><Relationship Id="rId5" Type="http://schemas.openxmlformats.org/officeDocument/2006/relationships/slide" Target="slides/slide4.xml"/><Relationship Id="rId61"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2.fntdata"/><Relationship Id="rId64" Type="http://schemas.openxmlformats.org/officeDocument/2006/relationships/font" Target="fonts/font10.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5.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62" Type="http://schemas.openxmlformats.org/officeDocument/2006/relationships/font" Target="fonts/font8.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6.fntdata"/><Relationship Id="rId65"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extLst>
      <p:ext uri="{BB962C8B-B14F-4D97-AF65-F5344CB8AC3E}">
        <p14:creationId xmlns:p14="http://schemas.microsoft.com/office/powerpoint/2010/main" val="626324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6.xml"/><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9.xml"/><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0.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4" y="506363"/>
            <a:ext cx="7152623"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flex ya </a:t>
            </a:r>
            <a:r>
              <a:rPr lang="es" sz="1450" b="1" dirty="0" smtClean="0">
                <a:solidFill>
                  <a:schemeClr val="accent6"/>
                </a:solidFill>
                <a:latin typeface="DM Sans"/>
                <a:ea typeface="DM Sans"/>
                <a:cs typeface="DM Sans"/>
                <a:sym typeface="DM Sans"/>
              </a:rPr>
              <a:t>visto para reforzarlo en clase y hacer practica e indagar al respecto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con moderación, recuerden que estan aprendiendo</a:t>
            </a:r>
            <a:r>
              <a:rPr lang="es" sz="1450" dirty="0" smtClean="0">
                <a:solidFill>
                  <a:schemeClr val="lt1"/>
                </a:solidFill>
                <a:latin typeface="DM Sans"/>
                <a:ea typeface="DM Sans"/>
                <a:cs typeface="DM Sans"/>
                <a:sym typeface="DM Sans"/>
              </a:rPr>
              <a:t>. (Se nota mucho si hacen las entregas con eso)</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vamos a ir paso a paso creando un proyecto</a:t>
            </a:r>
            <a:r>
              <a:rPr lang="es" sz="1450" dirty="0" smtClean="0">
                <a:solidFill>
                  <a:schemeClr val="lt1"/>
                </a:solidFill>
                <a:latin typeface="DM Sans"/>
                <a:ea typeface="DM Sans"/>
                <a:cs typeface="DM Sans"/>
                <a:sym typeface="DM Sans"/>
              </a:rPr>
              <a:t>. 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Puedo crear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202019" y="322288"/>
            <a:ext cx="8623004"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a:solidFill>
                  <a:schemeClr val="dk1"/>
                </a:solidFill>
                <a:latin typeface="DM Sans"/>
                <a:ea typeface="DM Sans"/>
                <a:cs typeface="DM Sans"/>
                <a:sym typeface="DM Sans"/>
              </a:rPr>
              <a:t>Crea tu </a:t>
            </a:r>
            <a:r>
              <a:rPr lang="es" sz="3600" b="1" dirty="0" smtClean="0">
                <a:solidFill>
                  <a:schemeClr val="dk1"/>
                </a:solidFill>
                <a:latin typeface="DM Sans"/>
                <a:ea typeface="DM Sans"/>
                <a:cs typeface="DM Sans"/>
                <a:sym typeface="DM Sans"/>
              </a:rPr>
              <a:t>propio </a:t>
            </a:r>
          </a:p>
          <a:p>
            <a:pPr marL="0" lvl="0" indent="0" algn="l" rtl="0">
              <a:lnSpc>
                <a:spcPct val="90000"/>
              </a:lnSpc>
              <a:spcBef>
                <a:spcPts val="0"/>
              </a:spcBef>
              <a:spcAft>
                <a:spcPts val="0"/>
              </a:spcAft>
              <a:buNone/>
            </a:pPr>
            <a:r>
              <a:rPr lang="es" sz="3600" b="1" dirty="0" smtClean="0">
                <a:solidFill>
                  <a:schemeClr val="dk1"/>
                </a:solidFill>
                <a:latin typeface="DM Sans"/>
                <a:ea typeface="DM Sans"/>
                <a:cs typeface="DM Sans"/>
                <a:sym typeface="DM Sans"/>
              </a:rPr>
              <a:t>E-commerce</a:t>
            </a:r>
            <a:endParaRPr sz="3600" b="1" dirty="0">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84662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Desarrollarás el front end de una tienda online con carrito de </a:t>
            </a:r>
            <a:r>
              <a:rPr lang="es" sz="1350" dirty="0" smtClean="0">
                <a:latin typeface="DM Sans"/>
                <a:ea typeface="DM Sans"/>
                <a:cs typeface="DM Sans"/>
                <a:sym typeface="DM Sans"/>
              </a:rPr>
              <a:t>compras (Que me van a querer vender?) </a:t>
            </a:r>
            <a:r>
              <a:rPr lang="es" sz="1350" dirty="0">
                <a:latin typeface="DM Sans"/>
                <a:ea typeface="DM Sans"/>
                <a:cs typeface="DM Sans"/>
                <a:sym typeface="DM Sans"/>
              </a:rPr>
              <a:t>utilizando los componentes de React y Firebase </a:t>
            </a:r>
            <a:r>
              <a:rPr lang="es" sz="1350" dirty="0" smtClean="0">
                <a:latin typeface="DM Sans"/>
                <a:ea typeface="DM Sans"/>
                <a:cs typeface="DM Sans"/>
                <a:sym typeface="DM Sans"/>
              </a:rPr>
              <a:t>(BBDD pequeñita online)</a:t>
            </a: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dirty="0" smtClean="0">
                <a:solidFill>
                  <a:schemeClr val="dk1"/>
                </a:solidFill>
                <a:highlight>
                  <a:schemeClr val="accent6"/>
                </a:highlight>
                <a:latin typeface="DM Sans"/>
                <a:ea typeface="DM Sans"/>
                <a:cs typeface="DM Sans"/>
                <a:sym typeface="DM Sans"/>
              </a:rPr>
              <a:t>Ejemplo: </a:t>
            </a:r>
            <a:r>
              <a:rPr lang="es" sz="1350" dirty="0">
                <a:solidFill>
                  <a:schemeClr val="dk1"/>
                </a:solidFill>
                <a:highlight>
                  <a:schemeClr val="accent6"/>
                </a:highlight>
                <a:latin typeface="DM Sans"/>
                <a:ea typeface="DM Sans"/>
                <a:cs typeface="DM Sans"/>
                <a:sym typeface="DM Sans"/>
              </a:rPr>
              <a:t/>
            </a:r>
            <a:br>
              <a:rPr lang="es" sz="1350" dirty="0">
                <a:solidFill>
                  <a:schemeClr val="dk1"/>
                </a:solidFill>
                <a:highlight>
                  <a:schemeClr val="accent6"/>
                </a:highlight>
                <a:latin typeface="DM Sans"/>
                <a:ea typeface="DM Sans"/>
                <a:cs typeface="DM Sans"/>
                <a:sym typeface="DM Sans"/>
              </a:rPr>
            </a:br>
            <a:r>
              <a:rPr lang="es" sz="1350" dirty="0">
                <a:solidFill>
                  <a:schemeClr val="dk1"/>
                </a:solidFill>
                <a:latin typeface="DM Sans"/>
                <a:ea typeface="DM Sans"/>
                <a:cs typeface="DM Sans"/>
                <a:sym typeface="DM Sans"/>
              </a:rPr>
              <a:t>https://get-growing.netlify.app/</a:t>
            </a:r>
            <a:endParaRPr sz="1350" dirty="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49" y="894975"/>
            <a:ext cx="4091815" cy="738633"/>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dk1"/>
                </a:solidFill>
                <a:latin typeface="DM Sans"/>
                <a:ea typeface="DM Sans"/>
                <a:cs typeface="DM Sans"/>
                <a:sym typeface="DM Sans"/>
              </a:rPr>
              <a:t>¿Cómo </a:t>
            </a:r>
            <a:r>
              <a:rPr lang="es" sz="4000" b="1" dirty="0">
                <a:solidFill>
                  <a:schemeClr val="dk1"/>
                </a:solidFill>
                <a:latin typeface="DM Sans"/>
                <a:ea typeface="DM Sans"/>
                <a:cs typeface="DM Sans"/>
                <a:sym typeface="DM Sans"/>
              </a:rPr>
              <a:t>son?</a:t>
            </a:r>
            <a:endParaRPr sz="4000" b="1" dirty="0">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(Tiren sus ideas en el chat!!!)</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a:t>
            </a:r>
            <a:r>
              <a:rPr lang="es" sz="1550" smtClean="0">
                <a:solidFill>
                  <a:schemeClr val="dk1"/>
                </a:solidFill>
                <a:latin typeface="DM Sans"/>
                <a:ea typeface="DM Sans"/>
                <a:cs typeface="DM Sans"/>
                <a:sym typeface="DM Sans"/>
              </a:rPr>
              <a:t>y 05)</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191386" y="288775"/>
            <a:ext cx="8952614" cy="1071032"/>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y </a:t>
            </a:r>
            <a:r>
              <a:rPr lang="es" sz="3200" b="1" dirty="0" smtClean="0">
                <a:solidFill>
                  <a:srgbClr val="27282D"/>
                </a:solidFill>
                <a:latin typeface="DM Sans"/>
                <a:ea typeface="DM Sans"/>
                <a:cs typeface="DM Sans"/>
                <a:sym typeface="DM Sans"/>
              </a:rPr>
              <a:t>Github</a:t>
            </a:r>
          </a:p>
          <a:p>
            <a:pPr marL="0" lvl="0" indent="0" algn="l" rtl="0">
              <a:lnSpc>
                <a:spcPct val="90000"/>
              </a:lnSpc>
              <a:spcBef>
                <a:spcPts val="0"/>
              </a:spcBef>
              <a:spcAft>
                <a:spcPts val="0"/>
              </a:spcAft>
              <a:buNone/>
            </a:pPr>
            <a:r>
              <a:rPr lang="es" sz="3200" b="1" dirty="0" smtClean="0">
                <a:solidFill>
                  <a:srgbClr val="27282D"/>
                </a:solidFill>
                <a:latin typeface="DM Sans"/>
                <a:ea typeface="DM Sans"/>
                <a:cs typeface="DM Sans"/>
                <a:sym typeface="DM Sans"/>
              </a:rPr>
              <a:t>(Importantisimo para cualquier trabajo IT)</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38760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Video: https://www.youtube.com/watch?v=pSU7HIHN4Iw</a:t>
            </a:r>
            <a:endParaRPr sz="13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dirty="0">
                <a:solidFill>
                  <a:schemeClr val="accent4"/>
                </a:solidFill>
                <a:latin typeface="DM Sans"/>
                <a:ea typeface="DM Sans"/>
                <a:cs typeface="DM Sans"/>
                <a:sym typeface="DM Sans"/>
              </a:rPr>
              <a:t>Contenido</a:t>
            </a:r>
            <a:r>
              <a:rPr lang="es" sz="1250" b="1" dirty="0" smtClean="0">
                <a:solidFill>
                  <a:schemeClr val="accent4"/>
                </a:solidFill>
                <a:latin typeface="DM Sans"/>
                <a:ea typeface="DM Sans"/>
                <a:cs typeface="DM Sans"/>
                <a:sym typeface="DM Sans"/>
              </a:rPr>
              <a:t>:</a:t>
            </a:r>
            <a:r>
              <a:rPr lang="es" sz="1250" dirty="0">
                <a:latin typeface="DM Sans"/>
                <a:ea typeface="DM Sans"/>
                <a:cs typeface="DM Sans"/>
                <a:sym typeface="DM Sans"/>
              </a:rPr>
              <a:t/>
            </a:r>
            <a:br>
              <a:rPr lang="es" sz="1250" dirty="0">
                <a:latin typeface="DM Sans"/>
                <a:ea typeface="DM Sans"/>
                <a:cs typeface="DM Sans"/>
                <a:sym typeface="DM Sans"/>
              </a:rPr>
            </a:br>
            <a:r>
              <a:rPr lang="es" sz="1250" dirty="0">
                <a:latin typeface="DM Sans"/>
                <a:ea typeface="DM Sans"/>
                <a:cs typeface="DM Sans"/>
                <a:sym typeface="DM Sans"/>
              </a:rPr>
              <a:t>Cómo instalar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Como verificar que lo instalamos bien</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credenciales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un repo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Iniciar un repo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Corroborar que lo iniciamos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Agregar al monitoreo de git archivos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Vincular git con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commits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el primer push y los siguientes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Ver el estado del repo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Volver al último commit</a:t>
            </a:r>
            <a:endParaRPr sz="1250" dirty="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43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smtClean="0">
                <a:solidFill>
                  <a:srgbClr val="EA90FF"/>
                </a:solidFill>
                <a:latin typeface="DM Sans"/>
                <a:ea typeface="DM Sans"/>
                <a:cs typeface="DM Sans"/>
                <a:sym typeface="DM Sans"/>
              </a:rPr>
              <a:t>Extensiones</a:t>
            </a:r>
            <a:r>
              <a:rPr lang="es" sz="3600" b="1" dirty="0" smtClean="0">
                <a:solidFill>
                  <a:schemeClr val="dk1"/>
                </a:solidFill>
                <a:latin typeface="DM Sans"/>
                <a:ea typeface="DM Sans"/>
                <a:cs typeface="DM Sans"/>
                <a:sym typeface="DM Sans"/>
              </a:rPr>
              <a:t> </a:t>
            </a:r>
            <a:r>
              <a:rPr lang="es" sz="3600" b="1" dirty="0">
                <a:solidFill>
                  <a:schemeClr val="dk1"/>
                </a:solidFill>
                <a:latin typeface="DM Sans"/>
                <a:ea typeface="DM Sans"/>
                <a:cs typeface="DM Sans"/>
                <a:sym typeface="DM Sans"/>
              </a:rPr>
              <a:t>instalar Prettier correctamente para la próxima clase </a:t>
            </a:r>
            <a:r>
              <a:rPr lang="es" sz="3600" b="1" dirty="0" smtClean="0">
                <a:solidFill>
                  <a:schemeClr val="dk1"/>
                </a:solidFill>
                <a:latin typeface="DM Sans"/>
                <a:ea typeface="DM Sans"/>
                <a:cs typeface="DM Sans"/>
                <a:sym typeface="DM Sans"/>
              </a:rPr>
              <a:t>(Opcional)</a:t>
            </a:r>
            <a:endParaRPr sz="3400" b="1" dirty="0">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93198" y="1447388"/>
            <a:ext cx="6221400" cy="18466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dk1"/>
                </a:solidFill>
                <a:latin typeface="DM Sans"/>
                <a:ea typeface="DM Sans"/>
                <a:cs typeface="DM Sans"/>
                <a:sym typeface="DM Sans"/>
              </a:rPr>
              <a:t>QUE NECESITAMOS PARA HACER NUESTRA APP DE REACT JS?</a:t>
            </a:r>
            <a:endParaRPr sz="4000" b="1" dirty="0">
              <a:solidFill>
                <a:schemeClr val="dk1"/>
              </a:solidFill>
              <a:latin typeface="DM Sans"/>
              <a:ea typeface="DM Sans"/>
              <a:cs typeface="DM Sans"/>
              <a:sym typeface="DM Sans"/>
            </a:endParaRPr>
          </a:p>
        </p:txBody>
      </p:sp>
    </p:spTree>
    <p:extLst>
      <p:ext uri="{BB962C8B-B14F-4D97-AF65-F5344CB8AC3E}">
        <p14:creationId xmlns:p14="http://schemas.microsoft.com/office/powerpoint/2010/main" val="3504706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dk1"/>
                </a:solidFill>
                <a:latin typeface="DM Sans"/>
                <a:ea typeface="DM Sans"/>
                <a:cs typeface="DM Sans"/>
                <a:sym typeface="DM Sans"/>
              </a:rPr>
              <a:t>NODE</a:t>
            </a:r>
            <a:endParaRPr sz="4000" b="1" dirty="0">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2532</Words>
  <Application>Microsoft Office PowerPoint</Application>
  <PresentationFormat>Presentación en pantalla (16:9)</PresentationFormat>
  <Paragraphs>305</Paragraphs>
  <Slides>52</Slides>
  <Notes>52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52</vt:i4>
      </vt:variant>
    </vt:vector>
  </HeadingPairs>
  <TitlesOfParts>
    <vt:vector size="57" baseType="lpstr">
      <vt:lpstr>Arial</vt:lpstr>
      <vt:lpstr>DM Sans</vt:lpstr>
      <vt:lpstr>Helvetica Neue Light</vt:lpstr>
      <vt:lpstr>Helvetica Neue</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16</cp:revision>
  <dcterms:modified xsi:type="dcterms:W3CDTF">2026-02-09T22:33:00Z</dcterms:modified>
</cp:coreProperties>
</file>