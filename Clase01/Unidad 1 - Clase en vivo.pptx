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Helvetica Neue Light" panose="020B0604020202020204" charset="0"/>
      <p:regular r:id="rId66"/>
      <p:bold r:id="rId67"/>
      <p:italic r:id="rId68"/>
      <p:boldItalic r:id="rId69"/>
    </p:embeddedFont>
    <p:embeddedFont>
      <p:font typeface="DM Sans" panose="020B0604020202020204" charset="0"/>
      <p:regular r:id="rId70"/>
      <p:bold r:id="rId71"/>
      <p:italic r:id="rId72"/>
      <p:boldItalic r:id="rId73"/>
    </p:embeddedFont>
    <p:embeddedFont>
      <p:font typeface="Helvetica Neue"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2.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8.png"/><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9.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0.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9.png"/></Relationships>
</file>

<file path=ppt/slides/_rels/slide5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1.png"/></Relationships>
</file>

<file path=ppt/slides/_rels/slide5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a:t>
            </a:r>
            <a:r>
              <a:rPr lang="es" sz="6000" b="1" u="sng" dirty="0" smtClean="0">
                <a:solidFill>
                  <a:srgbClr val="EAFF6A"/>
                </a:solidFill>
                <a:latin typeface="DM Sans"/>
                <a:ea typeface="DM Sans"/>
                <a:cs typeface="DM Sans"/>
                <a:sym typeface="DM Sans"/>
              </a:rPr>
              <a:t>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742800" y="1114625"/>
            <a:ext cx="4925700"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a:solidFill>
                  <a:schemeClr val="lt1"/>
                </a:solidFill>
                <a:latin typeface="Helvetica Neue"/>
                <a:ea typeface="Helvetica Neue"/>
                <a:cs typeface="Helvetica Neue"/>
                <a:sym typeface="Helvetica Neue"/>
              </a:rPr>
              <a:t>Presentación </a:t>
            </a:r>
            <a:r>
              <a:rPr lang="es" sz="3000" b="1">
                <a:solidFill>
                  <a:schemeClr val="accent6"/>
                </a:solidFill>
                <a:latin typeface="Helvetica Neue"/>
                <a:ea typeface="Helvetica Neue"/>
                <a:cs typeface="Helvetica Neue"/>
                <a:sym typeface="Helvetica Neue"/>
              </a:rPr>
              <a:t>del equipo </a:t>
            </a:r>
            <a:endParaRPr sz="3000" b="1">
              <a:solidFill>
                <a:schemeClr val="lt1"/>
              </a:solidFill>
              <a:latin typeface="Helvetica Neue"/>
              <a:ea typeface="Helvetica Neue"/>
              <a:cs typeface="Helvetica Neue"/>
              <a:sym typeface="Helvetica Neue"/>
            </a:endParaRPr>
          </a:p>
        </p:txBody>
      </p:sp>
      <p:sp>
        <p:nvSpPr>
          <p:cNvPr id="52" name="Google Shape;52;p17"/>
          <p:cNvSpPr txBox="1"/>
          <p:nvPr/>
        </p:nvSpPr>
        <p:spPr>
          <a:xfrm>
            <a:off x="3742800" y="2169851"/>
            <a:ext cx="4925700"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 </a:t>
            </a:r>
            <a:r>
              <a:rPr lang="es-MX" sz="2400" dirty="0">
                <a:solidFill>
                  <a:schemeClr val="lt1"/>
                </a:solidFill>
                <a:latin typeface="DM Sans"/>
                <a:ea typeface="DM Sans"/>
                <a:cs typeface="DM Sans"/>
                <a:sym typeface="DM Sans"/>
              </a:rPr>
              <a:t>Arturo </a:t>
            </a:r>
            <a:r>
              <a:rPr lang="es-MX" sz="2400" dirty="0" err="1">
                <a:solidFill>
                  <a:schemeClr val="lt1"/>
                </a:solidFill>
                <a:latin typeface="DM Sans"/>
                <a:ea typeface="DM Sans"/>
                <a:cs typeface="DM Sans"/>
                <a:sym typeface="DM Sans"/>
              </a:rPr>
              <a:t>Grottoli</a:t>
            </a:r>
            <a:endParaRPr sz="2400" dirty="0">
              <a:solidFill>
                <a:schemeClr val="lt1"/>
              </a:solidFill>
              <a:latin typeface="DM Sans"/>
              <a:ea typeface="DM Sans"/>
              <a:cs typeface="DM Sans"/>
              <a:sym typeface="DM Sans"/>
            </a:endParaRPr>
          </a:p>
        </p:txBody>
      </p:sp>
      <p:sp>
        <p:nvSpPr>
          <p:cNvPr id="53" name="Google Shape;53;p17"/>
          <p:cNvSpPr txBox="1"/>
          <p:nvPr/>
        </p:nvSpPr>
        <p:spPr>
          <a:xfrm>
            <a:off x="3742925" y="84927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a:t>
            </a:r>
            <a:r>
              <a:rPr lang="es" sz="1350">
                <a:solidFill>
                  <a:srgbClr val="B7B7B7"/>
                </a:solidFill>
                <a:latin typeface="DM Sans"/>
                <a:ea typeface="DM Sans"/>
                <a:cs typeface="DM Sans"/>
                <a:sym typeface="DM Sans"/>
              </a:rPr>
              <a:t>N</a:t>
            </a:r>
            <a:r>
              <a:rPr lang="es" sz="135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pic>
        <p:nvPicPr>
          <p:cNvPr id="54" name="Google Shape;54;p17"/>
          <p:cNvPicPr preferRelativeResize="0"/>
          <p:nvPr/>
        </p:nvPicPr>
        <p:blipFill rotWithShape="1">
          <a:blip r:embed="rId3">
            <a:alphaModFix/>
          </a:blip>
          <a:srcRect l="35558"/>
          <a:stretch/>
        </p:blipFill>
        <p:spPr>
          <a:xfrm>
            <a:off x="0" y="0"/>
            <a:ext cx="3314525"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5" y="506363"/>
            <a:ext cx="6221400"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6572400" cy="3713807"/>
          </a:xfrm>
          <a:prstGeom prst="rect">
            <a:avLst/>
          </a:prstGeom>
          <a:noFill/>
          <a:ln>
            <a:noFill/>
          </a:ln>
        </p:spPr>
        <p:txBody>
          <a:bodyPr spcFirstLastPara="1" wrap="square" lIns="91425" tIns="91425" rIns="91425" bIns="91425" anchor="t" anchorCtr="0">
            <a:spAutoFit/>
          </a:bodyPr>
          <a:lstStyle/>
          <a:p>
            <a:pPr marL="457200" lvl="0" indent="-320675" algn="l" rtl="0">
              <a:spcBef>
                <a:spcPts val="0"/>
              </a:spcBef>
              <a:spcAft>
                <a:spcPts val="0"/>
              </a:spcAft>
              <a:buClr>
                <a:srgbClr val="EAFF6A"/>
              </a:buClr>
              <a:buSzPts val="1450"/>
              <a:buFont typeface="DM Sans"/>
              <a:buChar char="✓"/>
            </a:pPr>
            <a:r>
              <a:rPr lang="es" sz="1450" dirty="0">
                <a:solidFill>
                  <a:schemeClr val="lt1"/>
                </a:solidFill>
                <a:latin typeface="DM Sans"/>
                <a:ea typeface="DM Sans"/>
                <a:cs typeface="DM Sans"/>
                <a:sym typeface="DM Sans"/>
              </a:rPr>
              <a:t>Me gusta la </a:t>
            </a:r>
            <a:r>
              <a:rPr lang="es" sz="1450" b="1" dirty="0">
                <a:solidFill>
                  <a:schemeClr val="accent6"/>
                </a:solidFill>
                <a:latin typeface="DM Sans"/>
                <a:ea typeface="DM Sans"/>
                <a:cs typeface="DM Sans"/>
                <a:sym typeface="DM Sans"/>
              </a:rPr>
              <a:t>interacción.</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a:solidFill>
                  <a:schemeClr val="lt1"/>
                </a:solidFill>
                <a:latin typeface="DM Sans"/>
                <a:ea typeface="DM Sans"/>
                <a:cs typeface="DM Sans"/>
                <a:sym typeface="DM Sans"/>
              </a:rPr>
              <a:t>Pregunten, sin timidez, </a:t>
            </a:r>
            <a:r>
              <a:rPr lang="es" sz="1450" b="1" dirty="0">
                <a:solidFill>
                  <a:schemeClr val="accent6"/>
                </a:solidFill>
                <a:latin typeface="DM Sans"/>
                <a:ea typeface="DM Sans"/>
                <a:cs typeface="DM Sans"/>
                <a:sym typeface="DM Sans"/>
              </a:rPr>
              <a:t>usen el chat</a:t>
            </a:r>
            <a:r>
              <a:rPr lang="es" sz="1450" dirty="0">
                <a:solidFill>
                  <a:schemeClr val="lt1"/>
                </a:solidFill>
                <a:latin typeface="DM Sans"/>
                <a:ea typeface="DM Sans"/>
                <a:cs typeface="DM Sans"/>
                <a:sym typeface="DM Sans"/>
              </a:rPr>
              <a:t> 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Quiero </a:t>
            </a:r>
            <a:r>
              <a:rPr lang="es" sz="1450" dirty="0">
                <a:solidFill>
                  <a:schemeClr val="lt1"/>
                </a:solidFill>
                <a:latin typeface="DM Sans"/>
                <a:ea typeface="DM Sans"/>
                <a:cs typeface="DM Sans"/>
                <a:sym typeface="DM Sans"/>
              </a:rPr>
              <a:t>que se ayuden entre ustedes, </a:t>
            </a:r>
            <a:r>
              <a:rPr lang="es" sz="1450" b="1" dirty="0">
                <a:solidFill>
                  <a:schemeClr val="accent6"/>
                </a:solidFill>
                <a:latin typeface="DM Sans"/>
                <a:ea typeface="DM Sans"/>
                <a:cs typeface="DM Sans"/>
                <a:sym typeface="DM Sans"/>
              </a:rPr>
              <a:t>conozcanse</a:t>
            </a:r>
            <a:r>
              <a:rPr lang="es" sz="1450" dirty="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a:solidFill>
                  <a:schemeClr val="lt1"/>
                </a:solidFill>
                <a:latin typeface="DM Sans"/>
                <a:ea typeface="DM Sans"/>
                <a:cs typeface="DM Sans"/>
                <a:sym typeface="DM Sans"/>
              </a:rPr>
              <a:t>La clase tiene que generar ganas de </a:t>
            </a:r>
            <a:r>
              <a:rPr lang="es" sz="1450" b="1" dirty="0">
                <a:solidFill>
                  <a:schemeClr val="accent6"/>
                </a:solidFill>
                <a:latin typeface="DM Sans"/>
                <a:ea typeface="DM Sans"/>
                <a:cs typeface="DM Sans"/>
                <a:sym typeface="DM Sans"/>
              </a:rPr>
              <a:t>progresar</a:t>
            </a:r>
            <a:r>
              <a:rPr lang="es" sz="1450" dirty="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Van a aprender mucho </a:t>
            </a:r>
            <a:r>
              <a:rPr lang="es" sz="1450" b="1" dirty="0">
                <a:solidFill>
                  <a:schemeClr val="accent6"/>
                </a:solidFill>
                <a:latin typeface="DM Sans"/>
                <a:ea typeface="DM Sans"/>
                <a:cs typeface="DM Sans"/>
                <a:sym typeface="DM Sans"/>
              </a:rPr>
              <a:t>si se esfuerzan</a:t>
            </a:r>
            <a:r>
              <a:rPr lang="es" sz="1450" dirty="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repositorios</a:t>
            </a:r>
            <a:r>
              <a:rPr lang="es" sz="1450" dirty="0">
                <a:solidFill>
                  <a:schemeClr val="lt1"/>
                </a:solidFill>
                <a:latin typeface="DM Sans"/>
                <a:ea typeface="DM Sans"/>
                <a:cs typeface="DM Sans"/>
                <a:sym typeface="DM Sans"/>
              </a:rPr>
              <a:t> específicos.</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a:solidFill>
                  <a:schemeClr val="lt1"/>
                </a:solidFill>
                <a:latin typeface="DM Sans"/>
                <a:ea typeface="DM Sans"/>
                <a:cs typeface="DM Sans"/>
                <a:sym typeface="DM Sans"/>
              </a:rPr>
              <a:t>Creo estas </a:t>
            </a:r>
            <a:r>
              <a:rPr lang="es" sz="1450" b="1" dirty="0">
                <a:solidFill>
                  <a:schemeClr val="accent6"/>
                </a:solidFill>
                <a:latin typeface="DM Sans"/>
                <a:ea typeface="DM Sans"/>
                <a:cs typeface="DM Sans"/>
                <a:sym typeface="DM Sans"/>
              </a:rPr>
              <a:t>diapos</a:t>
            </a:r>
            <a:r>
              <a:rPr lang="es" sz="1450" dirty="0">
                <a:solidFill>
                  <a:schemeClr val="lt1"/>
                </a:solidFill>
                <a:latin typeface="DM Sans"/>
                <a:ea typeface="DM Sans"/>
                <a:cs typeface="DM Sans"/>
                <a:sym typeface="DM Sans"/>
              </a:rPr>
              <a:t> para sumar valor.</a:t>
            </a:r>
            <a:endParaRPr sz="1450" dirty="0">
              <a:solidFill>
                <a:schemeClr val="lt1"/>
              </a:solidFill>
              <a:latin typeface="DM Sans"/>
              <a:ea typeface="DM Sans"/>
              <a:cs typeface="DM Sans"/>
              <a:sym typeface="DM Sans"/>
            </a:endParaRPr>
          </a:p>
          <a:p>
            <a:pPr marL="0" lvl="0" indent="0" algn="l" rtl="0">
              <a:spcBef>
                <a:spcPts val="1000"/>
              </a:spcBef>
              <a:spcAft>
                <a:spcPts val="0"/>
              </a:spcAft>
              <a:buNone/>
            </a:pP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Crea tu propia tienda E-commerce</a:t>
            </a:r>
            <a:endParaRPr sz="3600" b="1">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53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Desarrollarás el front end de una tienda online con carrito de compras, utilizando los componentes de React y Firebase como servidor en la nube. </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a:solidFill>
                  <a:schemeClr val="dk1"/>
                </a:solidFill>
                <a:highlight>
                  <a:schemeClr val="accent6"/>
                </a:highlight>
                <a:latin typeface="DM Sans"/>
                <a:ea typeface="DM Sans"/>
                <a:cs typeface="DM Sans"/>
                <a:sym typeface="DM Sans"/>
              </a:rPr>
              <a:t>Nicolás Ramírez: </a:t>
            </a:r>
            <a:br>
              <a:rPr lang="es" sz="1350">
                <a:solidFill>
                  <a:schemeClr val="dk1"/>
                </a:solidFill>
                <a:highlight>
                  <a:schemeClr val="accent6"/>
                </a:highlight>
                <a:latin typeface="DM Sans"/>
                <a:ea typeface="DM Sans"/>
                <a:cs typeface="DM Sans"/>
                <a:sym typeface="DM Sans"/>
              </a:rPr>
            </a:br>
            <a:r>
              <a:rPr lang="es" sz="1350">
                <a:solidFill>
                  <a:schemeClr val="dk1"/>
                </a:solidFill>
                <a:latin typeface="DM Sans"/>
                <a:ea typeface="DM Sans"/>
                <a:cs typeface="DM Sans"/>
                <a:sym typeface="DM Sans"/>
              </a:rPr>
              <a:t>https://get-growing.netlify.app/</a:t>
            </a:r>
            <a:endParaRPr sz="135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2927694"/>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Obligatorio</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Node Js</a:t>
            </a:r>
            <a:endParaRPr sz="36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a:solidFill>
                  <a:schemeClr val="lt1"/>
                </a:solidFill>
                <a:latin typeface="DM Sans"/>
                <a:ea typeface="DM Sans"/>
                <a:cs typeface="DM Sans"/>
                <a:sym typeface="DM Sans"/>
              </a:rPr>
              <a:t>VSCode</a:t>
            </a:r>
            <a:endParaRPr sz="3600" b="1">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10713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a:solidFill>
                  <a:srgbClr val="27282D"/>
                </a:solidFill>
                <a:latin typeface="DM Sans"/>
                <a:ea typeface="DM Sans"/>
                <a:cs typeface="DM Sans"/>
                <a:sym typeface="DM Sans"/>
              </a:rPr>
              <a:t>Repaso completo de Git y Github en </a:t>
            </a:r>
            <a:endParaRPr sz="3200" b="1">
              <a:solidFill>
                <a:srgbClr val="27282D"/>
              </a:solidFill>
              <a:latin typeface="DM Sans"/>
              <a:ea typeface="DM Sans"/>
              <a:cs typeface="DM Sans"/>
              <a:sym typeface="DM Sans"/>
            </a:endParaRPr>
          </a:p>
          <a:p>
            <a:pPr marL="0" lvl="0" indent="0" algn="l" rtl="0">
              <a:lnSpc>
                <a:spcPct val="90000"/>
              </a:lnSpc>
              <a:spcBef>
                <a:spcPts val="0"/>
              </a:spcBef>
              <a:spcAft>
                <a:spcPts val="0"/>
              </a:spcAft>
              <a:buNone/>
            </a:pPr>
            <a:r>
              <a:rPr lang="es" sz="3200" b="1">
                <a:solidFill>
                  <a:schemeClr val="accent4"/>
                </a:solidFill>
                <a:latin typeface="DM Sans"/>
                <a:ea typeface="DM Sans"/>
                <a:cs typeface="DM Sans"/>
                <a:sym typeface="DM Sans"/>
              </a:rPr>
              <a:t>7 </a:t>
            </a:r>
            <a:r>
              <a:rPr lang="es" sz="3200" b="1">
                <a:solidFill>
                  <a:srgbClr val="27282D"/>
                </a:solidFill>
                <a:latin typeface="DM Sans"/>
                <a:ea typeface="DM Sans"/>
                <a:cs typeface="DM Sans"/>
                <a:sym typeface="DM Sans"/>
              </a:rPr>
              <a:t>minutos.</a:t>
            </a:r>
            <a:endParaRPr sz="3000" b="1">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4098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https://www.youtube.com/watch?v=pSU7HIHN4Iw</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a:solidFill>
                  <a:schemeClr val="accent4"/>
                </a:solidFill>
                <a:latin typeface="DM Sans"/>
                <a:ea typeface="DM Sans"/>
                <a:cs typeface="DM Sans"/>
                <a:sym typeface="DM Sans"/>
              </a:rPr>
              <a:t>Contenido:</a:t>
            </a:r>
            <a:endParaRPr sz="1250" b="1">
              <a:solidFill>
                <a:schemeClr val="accent4"/>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
            </a:r>
            <a:br>
              <a:rPr lang="es" sz="1250">
                <a:latin typeface="DM Sans"/>
                <a:ea typeface="DM Sans"/>
                <a:cs typeface="DM Sans"/>
                <a:sym typeface="DM Sans"/>
              </a:rPr>
            </a:br>
            <a:r>
              <a:rPr lang="es" sz="1250">
                <a:latin typeface="DM Sans"/>
                <a:ea typeface="DM Sans"/>
                <a:cs typeface="DM Sans"/>
                <a:sym typeface="DM Sans"/>
              </a:rPr>
              <a:t>Cómo instalar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Como verificar que lo instalamos bien</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credenciales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Crear un repo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Iniciar un repo en git</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Corroborar que lo iniciamos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Agregar al monitoreo de git archivos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Vincular git con remoto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commits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Hacer el primer push y los siguientes</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Ver el estado del repo</a:t>
            </a:r>
            <a:endParaRPr sz="12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latin typeface="DM Sans"/>
                <a:ea typeface="DM Sans"/>
                <a:cs typeface="DM Sans"/>
                <a:sym typeface="DM Sans"/>
              </a:rPr>
              <a:t>Volver al último commit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rgbClr val="EA90FF"/>
                </a:solidFill>
                <a:latin typeface="DM Sans"/>
                <a:ea typeface="DM Sans"/>
                <a:cs typeface="DM Sans"/>
                <a:sym typeface="DM Sans"/>
              </a:rPr>
              <a:t>Obligatorio</a:t>
            </a:r>
            <a:r>
              <a:rPr lang="es" sz="3600" b="1">
                <a:solidFill>
                  <a:schemeClr val="dk1"/>
                </a:solidFill>
                <a:latin typeface="DM Sans"/>
                <a:ea typeface="DM Sans"/>
                <a:cs typeface="DM Sans"/>
                <a:sym typeface="DM Sans"/>
              </a:rPr>
              <a:t> instalar Prettier correctamente para la próxima clase </a:t>
            </a:r>
            <a:endParaRPr sz="3400" b="1">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2974</Words>
  <Application>Microsoft Office PowerPoint</Application>
  <PresentationFormat>Presentación en pantalla (16:9)</PresentationFormat>
  <Paragraphs>372</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Arial</vt:lpstr>
      <vt:lpstr>Helvetica Neue Light</vt:lpstr>
      <vt:lpstr>DM Sans</vt:lpstr>
      <vt:lpstr>Helvetica Neue</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4</cp:revision>
  <dcterms:modified xsi:type="dcterms:W3CDTF">2025-10-04T14:51:27Z</dcterms:modified>
</cp:coreProperties>
</file>