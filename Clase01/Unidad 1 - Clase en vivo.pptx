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DM Sans" panose="020B0604020202020204" charset="0"/>
      <p:regular r:id="rId66"/>
      <p:bold r:id="rId67"/>
      <p:italic r:id="rId68"/>
      <p:boldItalic r:id="rId69"/>
    </p:embeddedFont>
    <p:embeddedFont>
      <p:font typeface="Helvetica Neue" panose="020B0604020202020204" charset="0"/>
      <p:regular r:id="rId70"/>
      <p:bold r:id="rId71"/>
      <p:italic r:id="rId72"/>
      <p:boldItalic r:id="rId73"/>
    </p:embeddedFont>
    <p:embeddedFont>
      <p:font typeface="Helvetica Neue Light"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816" y="78"/>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7.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5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52" name="Google Shape;52;p17"/>
          <p:cNvSpPr txBox="1"/>
          <p:nvPr/>
        </p:nvSpPr>
        <p:spPr>
          <a:xfrm>
            <a:off x="297851" y="2531357"/>
            <a:ext cx="6889758"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a:t>
            </a:r>
            <a:endParaRPr sz="2400" dirty="0">
              <a:solidFill>
                <a:schemeClr val="lt1"/>
              </a:solidFill>
              <a:latin typeface="DM Sans"/>
              <a:ea typeface="DM Sans"/>
              <a:cs typeface="DM Sans"/>
              <a:sym typeface="DM Sans"/>
            </a:endParaRPr>
          </a:p>
        </p:txBody>
      </p:sp>
      <p:sp>
        <p:nvSpPr>
          <p:cNvPr id="53"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5" y="506363"/>
            <a:ext cx="6221400"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7423816" cy="3649687"/>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Lo mejor es traer el </a:t>
            </a:r>
            <a:r>
              <a:rPr lang="es" sz="1450" dirty="0" smtClean="0">
                <a:solidFill>
                  <a:schemeClr val="lt1"/>
                </a:solidFill>
                <a:latin typeface="DM Sans"/>
                <a:ea typeface="DM Sans"/>
                <a:cs typeface="DM Sans"/>
                <a:sym typeface="DM Sans"/>
              </a:rPr>
              <a:t>material flex </a:t>
            </a:r>
            <a:r>
              <a:rPr lang="es" sz="1450" dirty="0" smtClean="0">
                <a:solidFill>
                  <a:schemeClr val="lt1"/>
                </a:solidFill>
                <a:latin typeface="DM Sans"/>
                <a:ea typeface="DM Sans"/>
                <a:cs typeface="DM Sans"/>
                <a:sym typeface="DM Sans"/>
              </a:rPr>
              <a:t>ya </a:t>
            </a:r>
            <a:r>
              <a:rPr lang="es" sz="1450" b="1" dirty="0" smtClean="0">
                <a:solidFill>
                  <a:schemeClr val="accent6"/>
                </a:solidFill>
                <a:latin typeface="DM Sans"/>
                <a:ea typeface="DM Sans"/>
                <a:cs typeface="DM Sans"/>
                <a:sym typeface="DM Sans"/>
              </a:rPr>
              <a:t>visto para reforzarlo en clase y hacer practica</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IA es una herramienta, </a:t>
            </a:r>
            <a:r>
              <a:rPr lang="es" sz="1450" b="1" dirty="0" smtClean="0">
                <a:solidFill>
                  <a:schemeClr val="accent6"/>
                </a:solidFill>
                <a:latin typeface="DM Sans"/>
                <a:ea typeface="DM Sans"/>
                <a:cs typeface="DM Sans"/>
                <a:sym typeface="DM Sans"/>
              </a:rPr>
              <a:t>por favor usar </a:t>
            </a:r>
            <a:r>
              <a:rPr lang="es" sz="1450" b="1" dirty="0" smtClean="0">
                <a:solidFill>
                  <a:schemeClr val="accent6"/>
                </a:solidFill>
                <a:latin typeface="DM Sans"/>
                <a:ea typeface="DM Sans"/>
                <a:cs typeface="DM Sans"/>
                <a:sym typeface="DM Sans"/>
              </a:rPr>
              <a:t>con moderación, recuerden que estan aprendiendo</a:t>
            </a:r>
            <a:r>
              <a:rPr lang="es" sz="1450" dirty="0" smtClean="0">
                <a:solidFill>
                  <a:schemeClr val="lt1"/>
                </a:solidFill>
                <a:latin typeface="DM Sans"/>
                <a:ea typeface="DM Sans"/>
                <a:cs typeface="DM Sans"/>
                <a:sym typeface="DM Sans"/>
              </a:rPr>
              <a:t>. (Se nota mucho si hacen las entregas con eso)</a:t>
            </a:r>
            <a:endParaRPr lang="es" sz="1450" dirty="0" smtClean="0">
              <a:solidFill>
                <a:schemeClr val="lt1"/>
              </a:solidFill>
              <a:latin typeface="DM Sans"/>
              <a:ea typeface="DM Sans"/>
              <a:cs typeface="DM Sans"/>
              <a:sym typeface="DM Sans"/>
            </a:endParaRP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Cada clase va a tener su  </a:t>
            </a:r>
            <a:r>
              <a:rPr lang="es" sz="1450" b="1" dirty="0" smtClean="0">
                <a:solidFill>
                  <a:schemeClr val="accent6"/>
                </a:solidFill>
                <a:latin typeface="DM Sans"/>
                <a:ea typeface="DM Sans"/>
                <a:cs typeface="DM Sans"/>
                <a:sym typeface="DM Sans"/>
              </a:rPr>
              <a:t>repositorio, </a:t>
            </a:r>
            <a:r>
              <a:rPr lang="es" sz="1450" b="1" dirty="0" smtClean="0">
                <a:solidFill>
                  <a:schemeClr val="accent6"/>
                </a:solidFill>
                <a:latin typeface="DM Sans"/>
                <a:ea typeface="DM Sans"/>
                <a:cs typeface="DM Sans"/>
                <a:sym typeface="DM Sans"/>
              </a:rPr>
              <a:t>vamos a ir paso a paso creando un proyecto</a:t>
            </a:r>
            <a:r>
              <a:rPr lang="es" sz="1450" dirty="0" smtClean="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Si van al dia con las clases llegan al final con el proyecto hecho.</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r>
              <a:rPr lang="es" sz="1450" dirty="0" smtClean="0">
                <a:solidFill>
                  <a:schemeClr val="lt1"/>
                </a:solidFill>
                <a:latin typeface="DM Sans"/>
                <a:ea typeface="DM Sans"/>
                <a:cs typeface="DM Sans"/>
                <a:sym typeface="DM Sans"/>
              </a:rPr>
              <a:t>.</a:t>
            </a: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1461300" y="322288"/>
            <a:ext cx="6221400"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Crea tu propia tienda E-commerce</a:t>
            </a:r>
            <a:endParaRPr sz="3600" b="1">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53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Desarrollarás el front end de una tienda online con carrito de compras, utilizando los componentes de React y Firebase como servidor en la nube. </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a:solidFill>
                  <a:schemeClr val="dk1"/>
                </a:solidFill>
                <a:highlight>
                  <a:schemeClr val="accent6"/>
                </a:highlight>
                <a:latin typeface="DM Sans"/>
                <a:ea typeface="DM Sans"/>
                <a:cs typeface="DM Sans"/>
                <a:sym typeface="DM Sans"/>
              </a:rPr>
              <a:t>Nicolás Ramírez: </a:t>
            </a:r>
            <a:br>
              <a:rPr lang="es" sz="1350">
                <a:solidFill>
                  <a:schemeClr val="dk1"/>
                </a:solidFill>
                <a:highlight>
                  <a:schemeClr val="accent6"/>
                </a:highlight>
                <a:latin typeface="DM Sans"/>
                <a:ea typeface="DM Sans"/>
                <a:cs typeface="DM Sans"/>
                <a:sym typeface="DM Sans"/>
              </a:rPr>
            </a:br>
            <a:r>
              <a:rPr lang="es" sz="1350">
                <a:solidFill>
                  <a:schemeClr val="dk1"/>
                </a:solidFill>
                <a:latin typeface="DM Sans"/>
                <a:ea typeface="DM Sans"/>
                <a:cs typeface="DM Sans"/>
                <a:sym typeface="DM Sans"/>
              </a:rPr>
              <a:t>https://get-growing.netlify.app/</a:t>
            </a:r>
            <a:endParaRPr sz="135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50" y="894975"/>
            <a:ext cx="2795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son?</a:t>
            </a:r>
            <a:endParaRPr sz="4000" b="1">
              <a:solidFill>
                <a:schemeClr val="dk1"/>
              </a:solidFill>
              <a:latin typeface="DM Sans"/>
              <a:ea typeface="DM Sans"/>
              <a:cs typeface="DM Sans"/>
              <a:sym typeface="DM Sans"/>
            </a:endParaRPr>
          </a:p>
        </p:txBody>
      </p:sp>
      <p:sp>
        <p:nvSpPr>
          <p:cNvPr id="91" name="Google Shape;91;p22"/>
          <p:cNvSpPr txBox="1"/>
          <p:nvPr/>
        </p:nvSpPr>
        <p:spPr>
          <a:xfrm>
            <a:off x="588525" y="1826013"/>
            <a:ext cx="8166900" cy="320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r>
              <a:rPr lang="es" sz="1550" dirty="0" smtClean="0">
                <a:solidFill>
                  <a:schemeClr val="dk1"/>
                </a:solidFill>
                <a:latin typeface="DM Sans"/>
                <a:ea typeface="DM Sans"/>
                <a:cs typeface="DM Sans"/>
                <a:sym typeface="DM Sans"/>
              </a:rPr>
              <a:t>. (Vayan pensando que me van a querer vender!)</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dirty="0">
                <a:solidFill>
                  <a:schemeClr val="accent6"/>
                </a:solidFill>
                <a:latin typeface="DM Sans"/>
                <a:ea typeface="DM Sans"/>
                <a:cs typeface="DM Sans"/>
                <a:sym typeface="DM Sans"/>
              </a:rPr>
              <a:t>Obligatorio</a:t>
            </a:r>
            <a:endParaRPr sz="48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a:solidFill>
                  <a:schemeClr val="lt1"/>
                </a:solidFill>
                <a:latin typeface="DM Sans"/>
                <a:ea typeface="DM Sans"/>
                <a:cs typeface="DM Sans"/>
                <a:sym typeface="DM Sans"/>
              </a:rPr>
              <a:t>Node Js</a:t>
            </a:r>
            <a:endParaRPr sz="3600" b="1"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smtClean="0">
                <a:solidFill>
                  <a:schemeClr val="lt1"/>
                </a:solidFill>
                <a:latin typeface="DM Sans"/>
                <a:ea typeface="DM Sans"/>
                <a:cs typeface="DM Sans"/>
                <a:sym typeface="DM Sans"/>
              </a:rPr>
              <a:t>VSCode</a:t>
            </a:r>
            <a:endParaRPr sz="3600" b="1" dirty="0">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627834"/>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dirty="0">
                <a:solidFill>
                  <a:srgbClr val="27282D"/>
                </a:solidFill>
                <a:latin typeface="DM Sans"/>
                <a:ea typeface="DM Sans"/>
                <a:cs typeface="DM Sans"/>
                <a:sym typeface="DM Sans"/>
              </a:rPr>
              <a:t>Repaso completo de Git </a:t>
            </a:r>
            <a:r>
              <a:rPr lang="es" sz="3200" b="1">
                <a:solidFill>
                  <a:srgbClr val="27282D"/>
                </a:solidFill>
                <a:latin typeface="DM Sans"/>
                <a:ea typeface="DM Sans"/>
                <a:cs typeface="DM Sans"/>
                <a:sym typeface="DM Sans"/>
              </a:rPr>
              <a:t>y </a:t>
            </a:r>
            <a:r>
              <a:rPr lang="es" sz="3200" b="1" smtClean="0">
                <a:solidFill>
                  <a:srgbClr val="27282D"/>
                </a:solidFill>
                <a:latin typeface="DM Sans"/>
                <a:ea typeface="DM Sans"/>
                <a:cs typeface="DM Sans"/>
                <a:sym typeface="DM Sans"/>
              </a:rPr>
              <a:t>Github</a:t>
            </a:r>
            <a:endParaRPr sz="3000" b="1" dirty="0">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4098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https://www.youtube.com/watch?v=pSU7HIHN4Iw</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a:solidFill>
                  <a:schemeClr val="accent4"/>
                </a:solidFill>
                <a:latin typeface="DM Sans"/>
                <a:ea typeface="DM Sans"/>
                <a:cs typeface="DM Sans"/>
                <a:sym typeface="DM Sans"/>
              </a:rPr>
              <a:t>Contenido:</a:t>
            </a:r>
            <a:endParaRPr sz="1250" b="1">
              <a:solidFill>
                <a:schemeClr val="accent4"/>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
            </a:r>
            <a:br>
              <a:rPr lang="es" sz="1250">
                <a:latin typeface="DM Sans"/>
                <a:ea typeface="DM Sans"/>
                <a:cs typeface="DM Sans"/>
                <a:sym typeface="DM Sans"/>
              </a:rPr>
            </a:br>
            <a:r>
              <a:rPr lang="es" sz="1250">
                <a:latin typeface="DM Sans"/>
                <a:ea typeface="DM Sans"/>
                <a:cs typeface="DM Sans"/>
                <a:sym typeface="DM Sans"/>
              </a:rPr>
              <a:t>Cómo instalar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Como verificar que lo instalamos bien</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credenciales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un repo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Iniciar un repo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Corroborar que lo iniciamos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Agregar al monitoreo de git archivos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Vincular git con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commits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el primer push y los siguientes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Ver el estado del repo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Volver al último commit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rgbClr val="EA90FF"/>
                </a:solidFill>
                <a:latin typeface="DM Sans"/>
                <a:ea typeface="DM Sans"/>
                <a:cs typeface="DM Sans"/>
                <a:sym typeface="DM Sans"/>
              </a:rPr>
              <a:t>Obligatorio</a:t>
            </a:r>
            <a:r>
              <a:rPr lang="es" sz="3600" b="1">
                <a:solidFill>
                  <a:schemeClr val="dk1"/>
                </a:solidFill>
                <a:latin typeface="DM Sans"/>
                <a:ea typeface="DM Sans"/>
                <a:cs typeface="DM Sans"/>
                <a:sym typeface="DM Sans"/>
              </a:rPr>
              <a:t> instalar Prettier correctamente para la próxima clase </a:t>
            </a:r>
            <a:endParaRPr sz="3400" b="1">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3039</Words>
  <Application>Microsoft Office PowerPoint</Application>
  <PresentationFormat>Presentación en pantalla (16:9)</PresentationFormat>
  <Paragraphs>370</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DM Sans</vt:lpstr>
      <vt:lpstr>Arial</vt:lpstr>
      <vt:lpstr>Helvetica Neue</vt:lpstr>
      <vt:lpstr>Helvetica Neue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9</cp:revision>
  <dcterms:modified xsi:type="dcterms:W3CDTF">2025-10-22T22:13:09Z</dcterms:modified>
</cp:coreProperties>
</file>