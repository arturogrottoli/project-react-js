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2" r:id="rId6"/>
    <p:sldId id="287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Helvetica Neue Light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184290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298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Permite crear proyectos y probarlos muy rápido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Es una forma fácil de empezar apps como las de </a:t>
            </a:r>
            <a:r>
              <a:rPr lang="es-MX" sz="1350" dirty="0" err="1">
                <a:latin typeface="DM Sans"/>
                <a:ea typeface="DM Sans"/>
                <a:cs typeface="DM Sans"/>
              </a:rPr>
              <a:t>React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Empaqueta el código para que el navegador lo entienda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Tiene un servidor que se inicia al instante y se actualiza solo cuando </a:t>
            </a:r>
            <a:r>
              <a:rPr lang="es-MX" sz="1350" dirty="0" err="1">
                <a:latin typeface="DM Sans"/>
                <a:ea typeface="DM Sans"/>
                <a:cs typeface="DM Sans"/>
              </a:rPr>
              <a:t>cambiás</a:t>
            </a:r>
            <a:r>
              <a:rPr lang="es-MX" sz="1350" dirty="0">
                <a:latin typeface="DM Sans"/>
                <a:ea typeface="DM Sans"/>
                <a:cs typeface="DM Sans"/>
              </a:rPr>
              <a:t> algo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</a:rPr>
              <a:t>Usa una tecnología moderna del navegador que hace que todo cargue más rápido</a:t>
            </a:r>
            <a:r>
              <a:rPr lang="es-MX" sz="1350" dirty="0">
                <a:latin typeface="DM Sans"/>
                <a:ea typeface="DM Sans"/>
                <a:cs typeface="DM Sans"/>
              </a:rPr>
              <a:t>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Lo vamos a usar en lugar de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 app viejo (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npm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start</a:t>
            </a: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)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49" y="1348451"/>
            <a:ext cx="4757869" cy="342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local, NO EN GITHUB!)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8298" y="1879274"/>
            <a:ext cx="3625702" cy="1491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Porque dice JSX cada archivo?</a:t>
            </a:r>
            <a:endParaRPr sz="3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" name="Google Shape;67;p20"/>
          <p:cNvSpPr txBox="1"/>
          <p:nvPr/>
        </p:nvSpPr>
        <p:spPr>
          <a:xfrm>
            <a:off x="473349" y="1348451"/>
            <a:ext cx="8075228" cy="1486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s-MX" sz="1200" dirty="0"/>
              <a:t>JS: escribís solo JavaScript, por ejemplo funciones o variables</a:t>
            </a:r>
            <a:r>
              <a:rPr lang="es-MX" sz="1200" dirty="0" smtClean="0"/>
              <a:t>.</a:t>
            </a:r>
          </a:p>
          <a:p>
            <a:endParaRPr lang="es-MX" sz="1200" dirty="0"/>
          </a:p>
          <a:p>
            <a:r>
              <a:rPr lang="es-MX" sz="1200" dirty="0"/>
              <a:t>JSX: escribís HTML dentro de JavaScript para crear la interfaz en </a:t>
            </a:r>
            <a:r>
              <a:rPr lang="es-MX" sz="1200" dirty="0" err="1"/>
              <a:t>React</a:t>
            </a:r>
            <a:r>
              <a:rPr lang="es-MX" sz="1200" dirty="0"/>
              <a:t>.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MX" sz="1350" dirty="0" smtClean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210" y="2475073"/>
            <a:ext cx="7238455" cy="162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15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</a:t>
            </a:r>
            <a:r>
              <a:rPr lang="es" sz="4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</a:t>
            </a:r>
            <a:endParaRPr sz="4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262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Les parece que está bien?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88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reservada (sirve para crear clases de codigo en JS(,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su lugar usar className.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450" y="2269050"/>
            <a:ext cx="2872399" cy="20448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77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Revisar en Desafios-&gt; Primera entrega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Repositorio de Github para entregar!</a:t>
            </a:r>
            <a:endParaRPr sz="25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38208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1757</Words>
  <Application>Microsoft Office PowerPoint</Application>
  <PresentationFormat>Presentación en pantalla (16:9)</PresentationFormat>
  <Paragraphs>179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DM Sans</vt:lpstr>
      <vt:lpstr>Helvetica Neue Light</vt:lpstr>
      <vt:lpstr>Arial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12</cp:revision>
  <dcterms:modified xsi:type="dcterms:W3CDTF">2025-11-05T23:22:31Z</dcterms:modified>
</cp:coreProperties>
</file>