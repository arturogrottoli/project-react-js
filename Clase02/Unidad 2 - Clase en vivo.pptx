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2" r:id="rId6"/>
    <p:sldId id="287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9144000" cy="5143500" type="screen16x9"/>
  <p:notesSz cx="6858000" cy="9144000"/>
  <p:embeddedFontLst>
    <p:embeddedFont>
      <p:font typeface="DM Sans" panose="020B0604020202020204" charset="0"/>
      <p:regular r:id="rId33"/>
      <p:bold r:id="rId34"/>
      <p:italic r:id="rId35"/>
      <p:boldItalic r:id="rId36"/>
    </p:embeddedFont>
    <p:embeddedFont>
      <p:font typeface="Helvetica Neue Light" panose="020B0604020202020204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 dirty="0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184290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9ba99d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2d89ba99d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Glosario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Repasa y define rápidamente los conceptos centrales acumulados. Ayuda a los estudiantes a recuperar aquellos saberes que se darán por dados.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"/>
              <a:buChar char="-"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 incorporarse links e imágenes que apoyen al concepto presentado.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3365b5acdf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3365b5acdf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472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oavantt/teacher_components.git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2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350775" y="1378528"/>
            <a:ext cx="5949600" cy="423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Provee 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 servidor de desarrollo de alta </a:t>
            </a: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velocidad, mas rapido y sencillo que los metodos anteriores.</a:t>
            </a:r>
          </a:p>
          <a:p>
            <a:pPr marL="45720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Es un creador práctico de aplicaciones, entre ellas, de aplicaciones 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React</a:t>
            </a:r>
            <a:r>
              <a:rPr lang="es-MX" sz="1350" dirty="0" smtClean="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Funciona como empaquetador de módulos (builder) rápido y simple. </a:t>
            </a:r>
            <a:endParaRPr sz="1350" dirty="0" smtClean="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 smtClean="0">
                <a:latin typeface="DM Sans"/>
                <a:ea typeface="DM Sans"/>
                <a:cs typeface="DM Sans"/>
              </a:rPr>
              <a:t>Proporciona </a:t>
            </a:r>
            <a:r>
              <a:rPr lang="es-MX" sz="1350" dirty="0">
                <a:latin typeface="DM Sans"/>
                <a:ea typeface="DM Sans"/>
                <a:cs typeface="DM Sans"/>
              </a:rPr>
              <a:t>un servidor de desarrollo de alta velocidad y una configuración muy sencilla</a:t>
            </a:r>
            <a:r>
              <a:rPr lang="es-MX" sz="1350" dirty="0" smtClean="0">
                <a:latin typeface="DM Sans"/>
                <a:ea typeface="DM Sans"/>
                <a:cs typeface="DM Sans"/>
              </a:rPr>
              <a:t>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Usa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módulos ES (ESM) nativos del navegador, lo que permite un arranque instantáneo y una recarga en caliente extremadamente rápida. 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372140" y="385725"/>
            <a:ext cx="824231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49" y="1348451"/>
            <a:ext cx="4757869" cy="342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</a:t>
            </a: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. (Importante que solo esten a nivel local)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8298" y="1879274"/>
            <a:ext cx="3625702" cy="1491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 dirty="0" smtClean="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 en lugar de JS?</a:t>
            </a:r>
            <a:endParaRPr sz="4800" b="1" dirty="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Porque dice JSX cada archivo?</a:t>
            </a:r>
            <a:endParaRPr sz="3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" name="Google Shape;67;p20"/>
          <p:cNvSpPr txBox="1"/>
          <p:nvPr/>
        </p:nvSpPr>
        <p:spPr>
          <a:xfrm>
            <a:off x="473349" y="1348451"/>
            <a:ext cx="8075228" cy="14865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s-MX" sz="1200" dirty="0"/>
              <a:t>JS: escribís solo JavaScript, por ejemplo funciones o variables</a:t>
            </a:r>
            <a:r>
              <a:rPr lang="es-MX" sz="1200" dirty="0" smtClean="0"/>
              <a:t>.</a:t>
            </a:r>
          </a:p>
          <a:p>
            <a:endParaRPr lang="es-MX" sz="1200" dirty="0"/>
          </a:p>
          <a:p>
            <a:r>
              <a:rPr lang="es-MX" sz="1200" dirty="0"/>
              <a:t>JSX: escribís HTML dentro de JavaScript para crear la interfaz en </a:t>
            </a:r>
            <a:r>
              <a:rPr lang="es-MX" sz="1200" dirty="0" err="1"/>
              <a:t>React</a:t>
            </a:r>
            <a:r>
              <a:rPr lang="es-MX" sz="1200" dirty="0"/>
              <a:t>.</a:t>
            </a: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s-MX" sz="1350" dirty="0" smtClean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210" y="2475073"/>
            <a:ext cx="7238455" cy="162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156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6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Repo: https://github.com/julioavantt/teacher_react_jsx_basic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 dirty="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Bootstrap (Viiiivo?)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9875" y="153927"/>
            <a:ext cx="2466699" cy="181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JSX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0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2944925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HTML vs React: Diferencias Clave en los Atributos de las Etiquetas:           https://www.youtube.com/watch?v=4IhPTPS9lLU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reservada, en su lugar usar className.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/>
        </p:nvSpPr>
        <p:spPr>
          <a:xfrm>
            <a:off x="443150" y="1168200"/>
            <a:ext cx="4353300" cy="3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Podemos ver fácilmente que está compuesta de una serie de elementos visuales que vemos en pantalla.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Repo:  </a:t>
            </a:r>
            <a:r>
              <a:rPr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https://github.com/julioavantt/teacher_components.git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7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Botones, bloques, textos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etcétera.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React a esos elementos visuales que componen la UI los llamamos: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50" b="1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31"/>
          <p:cNvSpPr txBox="1"/>
          <p:nvPr/>
        </p:nvSpPr>
        <p:spPr>
          <a:xfrm>
            <a:off x="312025" y="328125"/>
            <a:ext cx="81411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¿En React de qué está </a:t>
            </a:r>
            <a:r>
              <a:rPr lang="es" sz="32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compuesta</a:t>
            </a: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 la UI?</a:t>
            </a:r>
            <a:endParaRPr sz="32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" name="Google Shape;14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2051" y="1241388"/>
            <a:ext cx="3592700" cy="31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1"/>
          <p:cNvSpPr txBox="1"/>
          <p:nvPr/>
        </p:nvSpPr>
        <p:spPr>
          <a:xfrm>
            <a:off x="4618525" y="4597525"/>
            <a:ext cx="3834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*UI: Interfaz de usuario.</a:t>
            </a:r>
            <a:endParaRPr sz="2550" b="1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3834600" cy="26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777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Revisar en Desafios-&gt; Primera entrega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Utilizar Repositorio de Github para entregar!</a:t>
            </a:r>
            <a:endParaRPr sz="250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38208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4"/>
          <p:cNvSpPr txBox="1"/>
          <p:nvPr/>
        </p:nvSpPr>
        <p:spPr>
          <a:xfrm>
            <a:off x="1556994" y="790250"/>
            <a:ext cx="6221400" cy="198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0" dirty="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000" b="1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Llegamos al final de la clase!!!!</a:t>
            </a: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4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Dudas? Consultas?</a:t>
            </a:r>
            <a:endParaRPr sz="20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88856304"/>
      </p:ext>
    </p:extLst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1746</Words>
  <Application>Microsoft Office PowerPoint</Application>
  <PresentationFormat>Presentación en pantalla (16:9)</PresentationFormat>
  <Paragraphs>177</Paragraphs>
  <Slides>30</Slides>
  <Notes>30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30</vt:i4>
      </vt:variant>
    </vt:vector>
  </HeadingPairs>
  <TitlesOfParts>
    <vt:vector size="35" baseType="lpstr">
      <vt:lpstr>Arial</vt:lpstr>
      <vt:lpstr>DM Sans</vt:lpstr>
      <vt:lpstr>Helvetica Neue Light</vt:lpstr>
      <vt:lpstr>Courier New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10</cp:revision>
  <dcterms:modified xsi:type="dcterms:W3CDTF">2025-10-14T21:43:26Z</dcterms:modified>
</cp:coreProperties>
</file>