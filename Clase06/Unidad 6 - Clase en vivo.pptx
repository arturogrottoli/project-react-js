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2"/>
  </p:notesMasterIdLst>
  <p:sldIdLst>
    <p:sldId id="276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DM Sans" panose="020B0604020202020204" charset="0"/>
      <p:regular r:id="rId23"/>
      <p:bold r:id="rId24"/>
      <p:italic r:id="rId25"/>
      <p:boldItalic r:id="rId26"/>
    </p:embeddedFont>
    <p:embeddedFont>
      <p:font typeface="Helvetica Neue Light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66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3365b5acdf_0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3365b5acdf_0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4095893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641007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2e405e85fc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g2e405e85fc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e405e85fce_0_1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e405e85fce_0_1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e405e85fce_0_1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e405e85fce_0_1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405e85fce_0_1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e405e85fce_0_1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405e85fce_0_1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e405e85fce_0_1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e405e85fce_0_10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e405e85fce_0_10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e405e85fce_0_10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e405e85fce_0_10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e405e85fce_0_1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e405e85fce_0_1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e405e85fce_0_1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e405e85fce_0_1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e405e85fce_0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e405e85fce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e405e85fce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e405e85fce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e405e85fce_0_1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e405e85fce_0_1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e405e85fce_0_1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e405e85fce_0_1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e405e85fce_0_1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2e405e85fce_0_1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405e85fce_0_1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405e85fce_0_1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e405e85fce_0_1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2e405e85fce_0_1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e405e85fce_0_1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e405e85fce_0_1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e405e85fce_0_1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e405e85fce_0_1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3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4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7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8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9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10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1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2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35" name="Google Shape;35;p13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s.reactjs.org/docs/hooks-reference.html#usememo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6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1678079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521893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/>
        </p:nvSpPr>
        <p:spPr>
          <a:xfrm>
            <a:off x="1858800" y="1925249"/>
            <a:ext cx="54264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Transmitir datos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entre </a:t>
            </a: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1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61" name="Google Shape;61;p1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62" name="Google Shape;62;p1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63" name="Google Shape;63;p18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1</a:t>
            </a:r>
            <a:endParaRPr sz="4000" b="1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4" name="Google Shape;64;p18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https://github.com/julioavantt/teacher_react_context</a:t>
            </a:r>
            <a:endParaRPr sz="1800" b="0" i="0" u="none" strike="noStrike" cap="non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5" name="Google Shape;6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8400" y="1372300"/>
            <a:ext cx="2387200" cy="179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71" name="Google Shape;71;p1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72" name="Google Shape;72;p1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73" name="Google Shape;73;p19"/>
          <p:cNvSpPr txBox="1"/>
          <p:nvPr/>
        </p:nvSpPr>
        <p:spPr>
          <a:xfrm>
            <a:off x="475500" y="468325"/>
            <a:ext cx="83943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Transmitir datos entre componentes</a:t>
            </a:r>
            <a:endParaRPr sz="3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4" name="Google Shape;74;p19"/>
          <p:cNvSpPr txBox="1"/>
          <p:nvPr/>
        </p:nvSpPr>
        <p:spPr>
          <a:xfrm>
            <a:off x="476250" y="1288300"/>
            <a:ext cx="6988500" cy="143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React funciona a través de un flujo de datos unidireccional </a:t>
            </a:r>
            <a:r>
              <a:rPr lang="es" sz="1450" b="1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(hacia abajo)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La única manera que conocemos hasta </a:t>
            </a:r>
            <a:r>
              <a:rPr lang="es" sz="1450" b="1">
                <a:solidFill>
                  <a:srgbClr val="EF89D2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ahora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de transmitir datos es vía </a:t>
            </a:r>
            <a:r>
              <a:rPr lang="es" sz="1450" b="1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props.</a:t>
            </a:r>
            <a:endParaRPr sz="1450" b="1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 b="1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Sabemos además que cada pieza de estado pertenece al componente que crea esa pieza de estado.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 l="19266" r="19492"/>
          <a:stretch/>
        </p:blipFill>
        <p:spPr>
          <a:xfrm>
            <a:off x="7636125" y="1830124"/>
            <a:ext cx="1141450" cy="232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7975" y="2631400"/>
            <a:ext cx="5455652" cy="243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oogle Shape;81;p2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82" name="Google Shape;82;p2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83" name="Google Shape;83;p2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84" name="Google Shape;84;p20"/>
          <p:cNvSpPr txBox="1"/>
          <p:nvPr/>
        </p:nvSpPr>
        <p:spPr>
          <a:xfrm>
            <a:off x="501450" y="40545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Prop drilling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20"/>
          <p:cNvSpPr txBox="1"/>
          <p:nvPr/>
        </p:nvSpPr>
        <p:spPr>
          <a:xfrm>
            <a:off x="501450" y="1303350"/>
            <a:ext cx="4068300" cy="335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¿Qué pasaría si quisiéramos compartir una pieza de estado entre el componente marrón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y el componente azul.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Deberíamos atravesar muchos componentes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vía props.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Cuando pasamos datos vía props a componentes que no usan estos datos, lo llamamos </a:t>
            </a:r>
            <a:r>
              <a:rPr lang="es" sz="1450" b="1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prop drilling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350" b="1">
                <a:solidFill>
                  <a:schemeClr val="accent4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¿Cómo lo resolverías?</a:t>
            </a:r>
            <a:endParaRPr sz="2350" b="1">
              <a:solidFill>
                <a:schemeClr val="accent4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6" name="Google Shape;8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2850" y="774275"/>
            <a:ext cx="3371225" cy="33075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0"/>
          <p:cNvSpPr/>
          <p:nvPr/>
        </p:nvSpPr>
        <p:spPr>
          <a:xfrm>
            <a:off x="5940229" y="3784557"/>
            <a:ext cx="1896600" cy="11730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rgbClr val="3CEFAB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1"/>
          <p:cNvSpPr txBox="1"/>
          <p:nvPr/>
        </p:nvSpPr>
        <p:spPr>
          <a:xfrm>
            <a:off x="1858800" y="2202299"/>
            <a:ext cx="5426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Context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97;p2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98" name="Google Shape;98;p2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9" name="Google Shape;99;p2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00" name="Google Shape;100;p22"/>
          <p:cNvSpPr txBox="1"/>
          <p:nvPr/>
        </p:nvSpPr>
        <p:spPr>
          <a:xfrm>
            <a:off x="501450" y="468325"/>
            <a:ext cx="81411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Context</a:t>
            </a:r>
            <a:endParaRPr sz="48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22"/>
          <p:cNvSpPr txBox="1"/>
          <p:nvPr/>
        </p:nvSpPr>
        <p:spPr>
          <a:xfrm>
            <a:off x="501450" y="1261575"/>
            <a:ext cx="6570300" cy="34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 b="1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Context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es una herramienta nativa de React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que crea un componente proveedor (de datos)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que engloba la aplicación total o parcialmente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y puede inyectar una pieza de estado a cualquier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componente hija/o que lo solicite explícitamente.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Sin props y sin molestar a componentes intermedios.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Se usa cuando una misma variable debe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utilizarse en múltiples componentes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alejados en el árbol de componentes.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2" name="Google Shape;10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625" y="738450"/>
            <a:ext cx="3957851" cy="366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2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08" name="Google Shape;108;p2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9" name="Google Shape;109;p2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10" name="Google Shape;110;p23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 contexto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1" name="Google Shape;111;p23"/>
          <p:cNvSpPr txBox="1"/>
          <p:nvPr/>
        </p:nvSpPr>
        <p:spPr>
          <a:xfrm>
            <a:off x="555400" y="1215675"/>
            <a:ext cx="79710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En este ejemplo, creamos un contexto para cambiar de theme (tema) la app. </a:t>
            </a:r>
            <a:endParaRPr/>
          </a:p>
        </p:txBody>
      </p:sp>
      <p:pic>
        <p:nvPicPr>
          <p:cNvPr id="112" name="Google Shape;112;p23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9239" y="1756625"/>
            <a:ext cx="4925525" cy="150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3"/>
          <p:cNvSpPr txBox="1"/>
          <p:nvPr/>
        </p:nvSpPr>
        <p:spPr>
          <a:xfrm>
            <a:off x="555400" y="3501675"/>
            <a:ext cx="7971000" cy="1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>
                <a:solidFill>
                  <a:schemeClr val="accent4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ThemeContext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contiene 2 componentes: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DM Sans"/>
              <a:buChar char="●"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Provider.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DM Sans"/>
              <a:buChar char="●"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Consumer.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oogle Shape;118;p2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19" name="Google Shape;119;p2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0" name="Google Shape;120;p2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21" name="Google Shape;121;p24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Provider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24"/>
          <p:cNvSpPr txBox="1"/>
          <p:nvPr/>
        </p:nvSpPr>
        <p:spPr>
          <a:xfrm>
            <a:off x="555400" y="1215675"/>
            <a:ext cx="7971000" cy="1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 el componente Provider envuelvo a la parte de mi aplicación que necesita datos compartidos.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Los datos del provider se asignan al atributo “value” del Provider. </a:t>
            </a:r>
            <a:endParaRPr/>
          </a:p>
        </p:txBody>
      </p:sp>
      <p:pic>
        <p:nvPicPr>
          <p:cNvPr id="123" name="Google Shape;123;p24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6301" y="2610225"/>
            <a:ext cx="4699300" cy="216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2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29" name="Google Shape;129;p2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31" name="Google Shape;131;p25"/>
          <p:cNvSpPr txBox="1"/>
          <p:nvPr/>
        </p:nvSpPr>
        <p:spPr>
          <a:xfrm>
            <a:off x="473350" y="398725"/>
            <a:ext cx="81411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Consumir contexto con useContext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537046" y="1148994"/>
            <a:ext cx="3834600" cy="26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useContext(ThemeContext) devolverá el value del contexto al componente que lo solicite.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Probablemente, también importemos el contexto desde el archivo donde lo hayamos creado, por ejemplo src/contexts/themeContext.js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33" name="Google Shape;13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0925" y="1531475"/>
            <a:ext cx="4423001" cy="257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7"/>
          <p:cNvSpPr txBox="1"/>
          <p:nvPr/>
        </p:nvSpPr>
        <p:spPr>
          <a:xfrm>
            <a:off x="1461288" y="1940700"/>
            <a:ext cx="62214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Actualizar </a:t>
            </a: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Provider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(contexto dinámico)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2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50" name="Google Shape;150;p2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1" name="Google Shape;151;p2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52" name="Google Shape;152;p28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Update (actualizar)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28"/>
          <p:cNvSpPr txBox="1"/>
          <p:nvPr/>
        </p:nvSpPr>
        <p:spPr>
          <a:xfrm>
            <a:off x="555400" y="1215675"/>
            <a:ext cx="7971000" cy="6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En este caso podemos pasar una función de actualización de estado al atributo “value” del Provider.</a:t>
            </a:r>
            <a:endParaRPr/>
          </a:p>
        </p:txBody>
      </p:sp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5040" y="1692075"/>
            <a:ext cx="4561824" cy="3451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/>
          <p:nvPr/>
        </p:nvSpPr>
        <p:spPr>
          <a:xfrm>
            <a:off x="1461288" y="1940700"/>
            <a:ext cx="62214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(render optimization)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3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65" name="Google Shape;165;p3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6" name="Google Shape;166;p3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67" name="Google Shape;167;p30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</a:t>
            </a: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2</a:t>
            </a:r>
            <a:endParaRPr sz="4000" b="1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8" name="Google Shape;168;p30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https://github.com/julioavantt/teacher_react_memo</a:t>
            </a:r>
            <a:endParaRPr sz="1800" b="0" i="0" u="none" strike="noStrike" cap="non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9" name="Google Shape;169;p30" title="giphy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33750" y="1728788"/>
            <a:ext cx="2476500" cy="168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3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75" name="Google Shape;175;p3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6" name="Google Shape;176;p3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pic>
        <p:nvPicPr>
          <p:cNvPr id="177" name="Google Shape;17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1"/>
          <p:cNvSpPr txBox="1"/>
          <p:nvPr/>
        </p:nvSpPr>
        <p:spPr>
          <a:xfrm>
            <a:off x="613825" y="1128275"/>
            <a:ext cx="4127400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 cada cambio de estado,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React 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rerenderiza todos los componentes descendientes del componente donde se produjo el cambio de estado, de manera recursiva.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A veces sabemos que nada cambió en algunos de esos componentes o que son muy pesados.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Entonces, para evitar renderizar un componente descendiente puedo usar el método </a:t>
            </a:r>
            <a:r>
              <a:rPr lang="es" sz="14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9" name="Google Shape;179;p31"/>
          <p:cNvPicPr preferRelativeResize="0"/>
          <p:nvPr/>
        </p:nvPicPr>
        <p:blipFill rotWithShape="1">
          <a:blip r:embed="rId4">
            <a:alphaModFix/>
          </a:blip>
          <a:srcRect l="64312" t="15725" r="6710"/>
          <a:stretch/>
        </p:blipFill>
        <p:spPr>
          <a:xfrm>
            <a:off x="5774625" y="1042050"/>
            <a:ext cx="2570544" cy="267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1"/>
          <p:cNvSpPr/>
          <p:nvPr/>
        </p:nvSpPr>
        <p:spPr>
          <a:xfrm>
            <a:off x="6594225" y="1787775"/>
            <a:ext cx="468900" cy="4689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sp>
        <p:nvSpPr>
          <p:cNvPr id="181" name="Google Shape;181;p31"/>
          <p:cNvSpPr txBox="1"/>
          <p:nvPr/>
        </p:nvSpPr>
        <p:spPr>
          <a:xfrm>
            <a:off x="622805" y="282725"/>
            <a:ext cx="7898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8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82" name="Google Shape;182;p31"/>
          <p:cNvCxnSpPr>
            <a:endCxn id="183" idx="3"/>
          </p:cNvCxnSpPr>
          <p:nvPr/>
        </p:nvCxnSpPr>
        <p:spPr>
          <a:xfrm rot="10800000" flipH="1">
            <a:off x="5009529" y="3707060"/>
            <a:ext cx="349800" cy="505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4" name="Google Shape;184;p31"/>
          <p:cNvSpPr txBox="1"/>
          <p:nvPr/>
        </p:nvSpPr>
        <p:spPr>
          <a:xfrm>
            <a:off x="2950700" y="4014775"/>
            <a:ext cx="2381400" cy="4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Biblioteca de Alejandría</a:t>
            </a:r>
            <a:endParaRPr/>
          </a:p>
        </p:txBody>
      </p:sp>
      <p:sp>
        <p:nvSpPr>
          <p:cNvPr id="183" name="Google Shape;183;p31"/>
          <p:cNvSpPr/>
          <p:nvPr/>
        </p:nvSpPr>
        <p:spPr>
          <a:xfrm>
            <a:off x="5176475" y="2590100"/>
            <a:ext cx="1248600" cy="13086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3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90" name="Google Shape;190;p3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91" name="Google Shape;191;p3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pic>
        <p:nvPicPr>
          <p:cNvPr id="192" name="Google Shape;192;p32"/>
          <p:cNvPicPr preferRelativeResize="0"/>
          <p:nvPr/>
        </p:nvPicPr>
        <p:blipFill rotWithShape="1">
          <a:blip r:embed="rId3">
            <a:alphaModFix/>
          </a:blip>
          <a:srcRect l="64312" t="15725" r="6710"/>
          <a:stretch/>
        </p:blipFill>
        <p:spPr>
          <a:xfrm>
            <a:off x="6132195" y="1634825"/>
            <a:ext cx="2495080" cy="2599469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2"/>
          <p:cNvSpPr/>
          <p:nvPr/>
        </p:nvSpPr>
        <p:spPr>
          <a:xfrm>
            <a:off x="6565679" y="2812442"/>
            <a:ext cx="477600" cy="5004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32"/>
          <p:cNvSpPr/>
          <p:nvPr/>
        </p:nvSpPr>
        <p:spPr>
          <a:xfrm>
            <a:off x="6228591" y="3312799"/>
            <a:ext cx="477600" cy="5004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2"/>
          <p:cNvSpPr/>
          <p:nvPr/>
        </p:nvSpPr>
        <p:spPr>
          <a:xfrm>
            <a:off x="6891878" y="3312799"/>
            <a:ext cx="477600" cy="5004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32"/>
          <p:cNvSpPr/>
          <p:nvPr/>
        </p:nvSpPr>
        <p:spPr>
          <a:xfrm>
            <a:off x="5921025" y="2545974"/>
            <a:ext cx="1800600" cy="1322700"/>
          </a:xfrm>
          <a:prstGeom prst="triangle">
            <a:avLst>
              <a:gd name="adj" fmla="val 49385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32"/>
          <p:cNvSpPr txBox="1"/>
          <p:nvPr/>
        </p:nvSpPr>
        <p:spPr>
          <a:xfrm>
            <a:off x="6176520" y="3943590"/>
            <a:ext cx="1289400" cy="7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Memoizing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8" name="Google Shape;198;p32"/>
          <p:cNvSpPr txBox="1"/>
          <p:nvPr/>
        </p:nvSpPr>
        <p:spPr>
          <a:xfrm>
            <a:off x="622800" y="1021625"/>
            <a:ext cx="56130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Podemos salvarnos,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si: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9" name="Google Shape;199;p32"/>
          <p:cNvSpPr txBox="1"/>
          <p:nvPr/>
        </p:nvSpPr>
        <p:spPr>
          <a:xfrm>
            <a:off x="823525" y="1726425"/>
            <a:ext cx="3252000" cy="257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0675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El componente es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puro. 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Tenemos la certeza de que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las mismas props producen siempre el mismo render.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Sabemos que es muy caro de realizar, una lista larga, compleja, etcétera.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0" name="Google Shape;200;p32"/>
          <p:cNvSpPr txBox="1"/>
          <p:nvPr/>
        </p:nvSpPr>
        <p:spPr>
          <a:xfrm>
            <a:off x="622805" y="282725"/>
            <a:ext cx="789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3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06" name="Google Shape;206;p3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7" name="Google Shape;207;p3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08" name="Google Shape;208;p33"/>
          <p:cNvSpPr txBox="1"/>
          <p:nvPr/>
        </p:nvSpPr>
        <p:spPr>
          <a:xfrm>
            <a:off x="622800" y="1021625"/>
            <a:ext cx="56130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default se usa comparación superficial (shallow).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9" name="Google Shape;209;p33"/>
          <p:cNvSpPr txBox="1"/>
          <p:nvPr/>
        </p:nvSpPr>
        <p:spPr>
          <a:xfrm>
            <a:off x="622805" y="282725"/>
            <a:ext cx="789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0" name="Google Shape;21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2637" y="1589200"/>
            <a:ext cx="4938726" cy="3343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" name="Google Shape;215;p3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16" name="Google Shape;216;p3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3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18" name="Google Shape;218;p34"/>
          <p:cNvSpPr txBox="1"/>
          <p:nvPr/>
        </p:nvSpPr>
        <p:spPr>
          <a:xfrm>
            <a:off x="475200" y="46800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34"/>
          <p:cNvSpPr txBox="1"/>
          <p:nvPr/>
        </p:nvSpPr>
        <p:spPr>
          <a:xfrm>
            <a:off x="618450" y="1533500"/>
            <a:ext cx="6120900" cy="23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Sirve para ahorrar renders costosos de los cuales podamos prever el resultado en base al análisis de sus props.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No es necesario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ni recomendado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usarlo en todos lados o en componentes simples.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Útil en listas largas y determinadas que se tienen un re- rendering frecuente pero que no modifica sus props.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Si te interesa expandir, ¡también hay un hook para </a:t>
            </a:r>
            <a:r>
              <a:rPr lang="es" sz="14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memoizar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otros cómputos aparte de renders!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578</Words>
  <Application>Microsoft Office PowerPoint</Application>
  <PresentationFormat>Presentación en pantalla (16:9)</PresentationFormat>
  <Paragraphs>93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DM Sans</vt:lpstr>
      <vt:lpstr>Helvetica Neue Light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1</cp:revision>
  <dcterms:modified xsi:type="dcterms:W3CDTF">2025-10-25T19:10:44Z</dcterms:modified>
</cp:coreProperties>
</file>